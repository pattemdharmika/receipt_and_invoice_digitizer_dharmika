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0" r:id="rId1"/>
  </p:sldMasterIdLst>
  <p:notesMasterIdLst>
    <p:notesMasterId r:id="rId18"/>
  </p:notesMasterIdLst>
  <p:sldIdLst>
    <p:sldId id="256" r:id="rId2"/>
    <p:sldId id="257" r:id="rId3"/>
    <p:sldId id="270" r:id="rId4"/>
    <p:sldId id="258" r:id="rId5"/>
    <p:sldId id="271" r:id="rId6"/>
    <p:sldId id="272" r:id="rId7"/>
    <p:sldId id="259" r:id="rId8"/>
    <p:sldId id="260" r:id="rId9"/>
    <p:sldId id="261" r:id="rId10"/>
    <p:sldId id="262" r:id="rId11"/>
    <p:sldId id="263" r:id="rId12"/>
    <p:sldId id="264" r:id="rId13"/>
    <p:sldId id="265" r:id="rId14"/>
    <p:sldId id="266" r:id="rId15"/>
    <p:sldId id="268" r:id="rId16"/>
    <p:sldId id="269" r:id="rId17"/>
  </p:sldIdLst>
  <p:sldSz cx="9144000" cy="5143500" type="screen16x9"/>
  <p:notesSz cx="9144000" cy="5143500"/>
  <p:embeddedFontLst>
    <p:embeddedFont>
      <p:font typeface="Gill Sans MT" panose="020B0502020104020203" pitchFamily="34" charset="0"/>
      <p:regular r:id="rId19"/>
      <p:bold r:id="rId20"/>
      <p:italic r:id="rId21"/>
      <p:boldItalic r:id="rId22"/>
    </p:embeddedFont>
    <p:embeddedFont>
      <p:font typeface="Open Sans" panose="020B0606030504020204" pitchFamily="34" charset="0"/>
      <p:regular r:id="rId23"/>
      <p:bold r:id="rId24"/>
      <p:italic r:id="rId25"/>
      <p:boldItalic r:id="rId2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7" d="100"/>
          <a:sy n="67" d="100"/>
        </p:scale>
        <p:origin x="42" y="1041"/>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B65459-4C01-9248-BDAA-F28591FAF6F5}" type="datetimeFigureOut">
              <a:rPr lang="en-US" smtClean="0"/>
              <a:t>1/13/2026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327042-6B61-B148-8485-8BBBFAA13D24}" type="slidenum">
              <a:rPr lang="en-US" smtClean="0"/>
              <a:t>‹#›</a:t>
            </a:fld>
            <a:endParaRPr lang="en-US"/>
          </a:p>
        </p:txBody>
      </p:sp>
    </p:spTree>
    <p:extLst>
      <p:ext uri="{BB962C8B-B14F-4D97-AF65-F5344CB8AC3E}">
        <p14:creationId xmlns:p14="http://schemas.microsoft.com/office/powerpoint/2010/main" val="10803211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xml"/></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813335" y="601724"/>
            <a:ext cx="6477805" cy="1906073"/>
          </a:xfrm>
        </p:spPr>
        <p:txBody>
          <a:bodyPr bIns="0" anchor="b">
            <a:normAutofit/>
          </a:bodyPr>
          <a:lstStyle>
            <a:lvl1pPr algn="l">
              <a:defRPr sz="4950"/>
            </a:lvl1pPr>
          </a:lstStyle>
          <a:p>
            <a:r>
              <a:rPr lang="en-US"/>
              <a:t>Click to edit Master title style</a:t>
            </a:r>
            <a:endParaRPr lang="en-US" dirty="0"/>
          </a:p>
        </p:txBody>
      </p:sp>
      <p:sp>
        <p:nvSpPr>
          <p:cNvPr id="3" name="Subtitle 2"/>
          <p:cNvSpPr>
            <a:spLocks noGrp="1"/>
          </p:cNvSpPr>
          <p:nvPr>
            <p:ph type="subTitle" idx="1"/>
          </p:nvPr>
        </p:nvSpPr>
        <p:spPr>
          <a:xfrm>
            <a:off x="1813335" y="2648403"/>
            <a:ext cx="6477804" cy="733216"/>
          </a:xfrm>
        </p:spPr>
        <p:txBody>
          <a:bodyPr tIns="91440" bIns="91440">
            <a:normAutofit/>
          </a:bodyPr>
          <a:lstStyle>
            <a:lvl1pPr marL="0" indent="0" algn="l">
              <a:buNone/>
              <a:defRPr sz="1350" b="0" cap="all" baseline="0">
                <a:solidFill>
                  <a:schemeClr val="tx1"/>
                </a:solidFill>
              </a:defRPr>
            </a:lvl1pPr>
            <a:lvl2pPr marL="342900" indent="0" algn="ctr">
              <a:buNone/>
              <a:defRPr sz="135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r>
              <a:rPr lang="en-US"/>
              <a:t>Date</a:t>
            </a:r>
            <a:endParaRPr lang="en-US" dirty="0"/>
          </a:p>
        </p:txBody>
      </p:sp>
      <p:sp>
        <p:nvSpPr>
          <p:cNvPr id="5" name="Footer Placeholder 4"/>
          <p:cNvSpPr>
            <a:spLocks noGrp="1"/>
          </p:cNvSpPr>
          <p:nvPr>
            <p:ph type="ftr" sz="quarter" idx="11"/>
          </p:nvPr>
        </p:nvSpPr>
        <p:spPr>
          <a:xfrm>
            <a:off x="1812376" y="246981"/>
            <a:ext cx="3730436" cy="231901"/>
          </a:xfrm>
        </p:spPr>
        <p:txBody>
          <a:bodyPr/>
          <a:lstStyle/>
          <a:p>
            <a:r>
              <a:rPr lang="en-US"/>
              <a:t>Footer</a:t>
            </a:r>
            <a:endParaRPr lang="en-US" dirty="0"/>
          </a:p>
        </p:txBody>
      </p:sp>
      <p:sp>
        <p:nvSpPr>
          <p:cNvPr id="6" name="Slide Number Placeholder 5"/>
          <p:cNvSpPr>
            <a:spLocks noGrp="1"/>
          </p:cNvSpPr>
          <p:nvPr>
            <p:ph type="sldNum" sz="quarter" idx="12"/>
          </p:nvPr>
        </p:nvSpPr>
        <p:spPr>
          <a:xfrm>
            <a:off x="1078249" y="599230"/>
            <a:ext cx="608264" cy="377684"/>
          </a:xfrm>
        </p:spPr>
        <p:txBody>
          <a:bodyPr/>
          <a:lstStyle/>
          <a:p>
            <a:r>
              <a:rPr lang="en-US"/>
              <a:t>&lt;#&gt;</a:t>
            </a:r>
            <a:endParaRPr lang="en-US" dirty="0"/>
          </a:p>
        </p:txBody>
      </p:sp>
      <p:cxnSp>
        <p:nvCxnSpPr>
          <p:cNvPr id="15" name="Straight Connector 14"/>
          <p:cNvCxnSpPr/>
          <p:nvPr/>
        </p:nvCxnSpPr>
        <p:spPr>
          <a:xfrm>
            <a:off x="1813335" y="2646407"/>
            <a:ext cx="6477804"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4609190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Date</a:t>
            </a:r>
            <a:endParaRPr lang="en-US" dirty="0"/>
          </a:p>
        </p:txBody>
      </p:sp>
      <p:sp>
        <p:nvSpPr>
          <p:cNvPr id="5" name="Footer Placeholder 4"/>
          <p:cNvSpPr>
            <a:spLocks noGrp="1"/>
          </p:cNvSpPr>
          <p:nvPr>
            <p:ph type="ftr" sz="quarter" idx="11"/>
          </p:nvPr>
        </p:nvSpPr>
        <p:spPr/>
        <p:txBody>
          <a:bodyPr/>
          <a:lstStyle/>
          <a:p>
            <a:r>
              <a:rPr lang="en-US"/>
              <a:t>Footer</a:t>
            </a:r>
            <a:endParaRPr lang="en-US" dirty="0"/>
          </a:p>
        </p:txBody>
      </p:sp>
      <p:sp>
        <p:nvSpPr>
          <p:cNvPr id="6" name="Slide Number Placeholder 5"/>
          <p:cNvSpPr>
            <a:spLocks noGrp="1"/>
          </p:cNvSpPr>
          <p:nvPr>
            <p:ph type="sldNum" sz="quarter" idx="12"/>
          </p:nvPr>
        </p:nvSpPr>
        <p:spPr/>
        <p:txBody>
          <a:bodyPr/>
          <a:lstStyle/>
          <a:p>
            <a:r>
              <a:rPr lang="en-US"/>
              <a:t>&lt;#&gt;</a:t>
            </a:r>
            <a:endParaRPr lang="en-US" dirty="0"/>
          </a:p>
        </p:txBody>
      </p:sp>
      <p:cxnSp>
        <p:nvCxnSpPr>
          <p:cNvPr id="33" name="Straight Connector 32"/>
          <p:cNvCxnSpPr/>
          <p:nvPr/>
        </p:nvCxnSpPr>
        <p:spPr>
          <a:xfrm>
            <a:off x="1090422" y="1385316"/>
            <a:ext cx="720564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602846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90679" y="1317097"/>
            <a:ext cx="6482366" cy="1415963"/>
          </a:xfrm>
        </p:spPr>
        <p:txBody>
          <a:bodyPr anchor="b">
            <a:normAutofit/>
          </a:bodyPr>
          <a:lstStyle>
            <a:lvl1pPr algn="l">
              <a:defRPr sz="2700"/>
            </a:lvl1pPr>
          </a:lstStyle>
          <a:p>
            <a:r>
              <a:rPr lang="en-US"/>
              <a:t>Click to edit Master title style</a:t>
            </a:r>
            <a:endParaRPr lang="en-US" dirty="0"/>
          </a:p>
        </p:txBody>
      </p:sp>
      <p:sp>
        <p:nvSpPr>
          <p:cNvPr id="3" name="Text Placeholder 2"/>
          <p:cNvSpPr>
            <a:spLocks noGrp="1"/>
          </p:cNvSpPr>
          <p:nvPr>
            <p:ph type="body" idx="1"/>
          </p:nvPr>
        </p:nvSpPr>
        <p:spPr>
          <a:xfrm>
            <a:off x="1090679" y="2854647"/>
            <a:ext cx="6472835" cy="759697"/>
          </a:xfrm>
        </p:spPr>
        <p:txBody>
          <a:bodyPr tIns="91440">
            <a:normAutofit/>
          </a:bodyPr>
          <a:lstStyle>
            <a:lvl1pPr marL="0" indent="0" algn="l">
              <a:buNone/>
              <a:defRPr sz="1350">
                <a:solidFill>
                  <a:schemeClr val="tx1"/>
                </a:solidFill>
              </a:defRPr>
            </a:lvl1pPr>
            <a:lvl2pPr marL="342900" indent="0">
              <a:buNone/>
              <a:defRPr sz="135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Date</a:t>
            </a:r>
            <a:endParaRPr lang="en-US" dirty="0"/>
          </a:p>
        </p:txBody>
      </p:sp>
      <p:sp>
        <p:nvSpPr>
          <p:cNvPr id="5" name="Footer Placeholder 4"/>
          <p:cNvSpPr>
            <a:spLocks noGrp="1"/>
          </p:cNvSpPr>
          <p:nvPr>
            <p:ph type="ftr" sz="quarter" idx="11"/>
          </p:nvPr>
        </p:nvSpPr>
        <p:spPr/>
        <p:txBody>
          <a:bodyPr/>
          <a:lstStyle/>
          <a:p>
            <a:r>
              <a:rPr lang="en-US"/>
              <a:t>Footer</a:t>
            </a:r>
            <a:endParaRPr lang="en-US" dirty="0"/>
          </a:p>
        </p:txBody>
      </p:sp>
      <p:sp>
        <p:nvSpPr>
          <p:cNvPr id="6" name="Slide Number Placeholder 5"/>
          <p:cNvSpPr>
            <a:spLocks noGrp="1"/>
          </p:cNvSpPr>
          <p:nvPr>
            <p:ph type="sldNum" sz="quarter" idx="12"/>
          </p:nvPr>
        </p:nvSpPr>
        <p:spPr/>
        <p:txBody>
          <a:bodyPr/>
          <a:lstStyle/>
          <a:p>
            <a:r>
              <a:rPr lang="en-US"/>
              <a:t>&lt;#&gt;</a:t>
            </a:r>
            <a:endParaRPr lang="en-US" dirty="0"/>
          </a:p>
        </p:txBody>
      </p:sp>
      <p:cxnSp>
        <p:nvCxnSpPr>
          <p:cNvPr id="15" name="Straight Connector 14"/>
          <p:cNvCxnSpPr/>
          <p:nvPr/>
        </p:nvCxnSpPr>
        <p:spPr>
          <a:xfrm>
            <a:off x="1090679" y="2853739"/>
            <a:ext cx="6472835"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99960302"/>
      </p:ext>
    </p:extLst>
  </p:cSld>
  <p:clrMapOvr>
    <a:masterClrMapping/>
  </p:clrMapOvr>
  <p:hf sldNum="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86913" y="603667"/>
            <a:ext cx="7204226" cy="79447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85498" y="1508159"/>
            <a:ext cx="3483864" cy="258644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810328" y="1513007"/>
            <a:ext cx="3483864" cy="25811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a:t>Date</a:t>
            </a:r>
            <a:endParaRPr lang="en-US" dirty="0"/>
          </a:p>
        </p:txBody>
      </p:sp>
      <p:sp>
        <p:nvSpPr>
          <p:cNvPr id="6" name="Footer Placeholder 5"/>
          <p:cNvSpPr>
            <a:spLocks noGrp="1"/>
          </p:cNvSpPr>
          <p:nvPr>
            <p:ph type="ftr" sz="quarter" idx="11"/>
          </p:nvPr>
        </p:nvSpPr>
        <p:spPr/>
        <p:txBody>
          <a:bodyPr/>
          <a:lstStyle/>
          <a:p>
            <a:r>
              <a:rPr lang="en-US"/>
              <a:t>Footer</a:t>
            </a:r>
            <a:endParaRPr lang="en-US" dirty="0"/>
          </a:p>
        </p:txBody>
      </p:sp>
      <p:sp>
        <p:nvSpPr>
          <p:cNvPr id="7" name="Slide Number Placeholder 6"/>
          <p:cNvSpPr>
            <a:spLocks noGrp="1"/>
          </p:cNvSpPr>
          <p:nvPr>
            <p:ph type="sldNum" sz="quarter" idx="12"/>
          </p:nvPr>
        </p:nvSpPr>
        <p:spPr/>
        <p:txBody>
          <a:bodyPr/>
          <a:lstStyle/>
          <a:p>
            <a:r>
              <a:rPr lang="en-US"/>
              <a:t>&lt;#&gt;</a:t>
            </a:r>
            <a:endParaRPr lang="en-US" dirty="0"/>
          </a:p>
        </p:txBody>
      </p:sp>
      <p:cxnSp>
        <p:nvCxnSpPr>
          <p:cNvPr id="35" name="Straight Connector 34"/>
          <p:cNvCxnSpPr/>
          <p:nvPr/>
        </p:nvCxnSpPr>
        <p:spPr>
          <a:xfrm>
            <a:off x="1090422" y="1385316"/>
            <a:ext cx="720564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1571041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085394" y="603123"/>
            <a:ext cx="7205746" cy="79223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85393" y="1514662"/>
            <a:ext cx="3483864" cy="601457"/>
          </a:xfrm>
        </p:spPr>
        <p:txBody>
          <a:bodyPr anchor="b">
            <a:normAutofit/>
          </a:bodyPr>
          <a:lstStyle>
            <a:lvl1pPr marL="0" indent="0">
              <a:lnSpc>
                <a:spcPct val="100000"/>
              </a:lnSpc>
              <a:buNone/>
              <a:defRPr sz="1650" b="0" cap="all"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1085393" y="2118202"/>
            <a:ext cx="3483864" cy="198334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09272" y="1517253"/>
            <a:ext cx="3483864" cy="601678"/>
          </a:xfrm>
        </p:spPr>
        <p:txBody>
          <a:bodyPr anchor="b">
            <a:normAutofit/>
          </a:bodyPr>
          <a:lstStyle>
            <a:lvl1pPr marL="0" indent="0">
              <a:lnSpc>
                <a:spcPct val="100000"/>
              </a:lnSpc>
              <a:buNone/>
              <a:defRPr sz="1650" b="0" cap="all"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809272" y="2116119"/>
            <a:ext cx="3483864" cy="19780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a:t>Date</a:t>
            </a:r>
            <a:endParaRPr lang="en-US" dirty="0"/>
          </a:p>
        </p:txBody>
      </p:sp>
      <p:sp>
        <p:nvSpPr>
          <p:cNvPr id="8" name="Footer Placeholder 7"/>
          <p:cNvSpPr>
            <a:spLocks noGrp="1"/>
          </p:cNvSpPr>
          <p:nvPr>
            <p:ph type="ftr" sz="quarter" idx="11"/>
          </p:nvPr>
        </p:nvSpPr>
        <p:spPr/>
        <p:txBody>
          <a:bodyPr/>
          <a:lstStyle/>
          <a:p>
            <a:r>
              <a:rPr lang="en-US"/>
              <a:t>Footer</a:t>
            </a:r>
            <a:endParaRPr lang="en-US" dirty="0"/>
          </a:p>
        </p:txBody>
      </p:sp>
      <p:sp>
        <p:nvSpPr>
          <p:cNvPr id="9" name="Slide Number Placeholder 8"/>
          <p:cNvSpPr>
            <a:spLocks noGrp="1"/>
          </p:cNvSpPr>
          <p:nvPr>
            <p:ph type="sldNum" sz="quarter" idx="12"/>
          </p:nvPr>
        </p:nvSpPr>
        <p:spPr/>
        <p:txBody>
          <a:bodyPr/>
          <a:lstStyle/>
          <a:p>
            <a:r>
              <a:rPr lang="en-US"/>
              <a:t>&lt;#&gt;</a:t>
            </a:r>
            <a:endParaRPr lang="en-US" dirty="0"/>
          </a:p>
        </p:txBody>
      </p:sp>
      <p:cxnSp>
        <p:nvCxnSpPr>
          <p:cNvPr id="29" name="Straight Connector 28"/>
          <p:cNvCxnSpPr/>
          <p:nvPr/>
        </p:nvCxnSpPr>
        <p:spPr>
          <a:xfrm>
            <a:off x="1090422" y="1385316"/>
            <a:ext cx="720564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591323129"/>
      </p:ext>
    </p:extLst>
  </p:cSld>
  <p:clrMapOvr>
    <a:masterClrMapping/>
  </p:clrMapOvr>
  <p:hf sldNum="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US"/>
              <a:t>Date</a:t>
            </a:r>
            <a:endParaRPr lang="en-US" dirty="0"/>
          </a:p>
        </p:txBody>
      </p:sp>
      <p:sp>
        <p:nvSpPr>
          <p:cNvPr id="4" name="Footer Placeholder 3"/>
          <p:cNvSpPr>
            <a:spLocks noGrp="1"/>
          </p:cNvSpPr>
          <p:nvPr>
            <p:ph type="ftr" sz="quarter" idx="11"/>
          </p:nvPr>
        </p:nvSpPr>
        <p:spPr/>
        <p:txBody>
          <a:bodyPr/>
          <a:lstStyle/>
          <a:p>
            <a:r>
              <a:rPr lang="en-US"/>
              <a:t>Footer</a:t>
            </a:r>
            <a:endParaRPr lang="en-US" dirty="0"/>
          </a:p>
        </p:txBody>
      </p:sp>
      <p:sp>
        <p:nvSpPr>
          <p:cNvPr id="5" name="Slide Number Placeholder 4"/>
          <p:cNvSpPr>
            <a:spLocks noGrp="1"/>
          </p:cNvSpPr>
          <p:nvPr>
            <p:ph type="sldNum" sz="quarter" idx="12"/>
          </p:nvPr>
        </p:nvSpPr>
        <p:spPr/>
        <p:txBody>
          <a:bodyPr/>
          <a:lstStyle/>
          <a:p>
            <a:r>
              <a:rPr lang="en-US"/>
              <a:t>&lt;#&gt;</a:t>
            </a:r>
            <a:endParaRPr lang="en-US" dirty="0"/>
          </a:p>
        </p:txBody>
      </p:sp>
      <p:cxnSp>
        <p:nvCxnSpPr>
          <p:cNvPr id="25" name="Straight Connector 24"/>
          <p:cNvCxnSpPr/>
          <p:nvPr/>
        </p:nvCxnSpPr>
        <p:spPr>
          <a:xfrm>
            <a:off x="1090422" y="1385316"/>
            <a:ext cx="720564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1016984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Date</a:t>
            </a:r>
            <a:endParaRPr lang="en-US" dirty="0"/>
          </a:p>
        </p:txBody>
      </p:sp>
      <p:sp>
        <p:nvSpPr>
          <p:cNvPr id="3" name="Footer Placeholder 2"/>
          <p:cNvSpPr>
            <a:spLocks noGrp="1"/>
          </p:cNvSpPr>
          <p:nvPr>
            <p:ph type="ftr" sz="quarter" idx="11"/>
          </p:nvPr>
        </p:nvSpPr>
        <p:spPr/>
        <p:txBody>
          <a:bodyPr/>
          <a:lstStyle/>
          <a:p>
            <a:r>
              <a:rPr lang="en-US"/>
              <a:t>Footer</a:t>
            </a:r>
            <a:endParaRPr lang="en-US" dirty="0"/>
          </a:p>
        </p:txBody>
      </p:sp>
      <p:sp>
        <p:nvSpPr>
          <p:cNvPr id="4" name="Slide Number Placeholder 3"/>
          <p:cNvSpPr>
            <a:spLocks noGrp="1"/>
          </p:cNvSpPr>
          <p:nvPr>
            <p:ph type="sldNum" sz="quarter" idx="12"/>
          </p:nvPr>
        </p:nvSpPr>
        <p:spPr/>
        <p:txBody>
          <a:bodyPr/>
          <a:lstStyle/>
          <a:p>
            <a:r>
              <a:rPr lang="en-US"/>
              <a:t>&lt;#&gt;</a:t>
            </a:r>
            <a:endParaRPr lang="en-US" dirty="0"/>
          </a:p>
        </p:txBody>
      </p:sp>
    </p:spTree>
    <p:extLst>
      <p:ext uri="{BB962C8B-B14F-4D97-AF65-F5344CB8AC3E}">
        <p14:creationId xmlns:p14="http://schemas.microsoft.com/office/powerpoint/2010/main" val="2211780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83504" y="599230"/>
            <a:ext cx="2454824" cy="1685338"/>
          </a:xfrm>
        </p:spPr>
        <p:txBody>
          <a:bodyPr anchor="b">
            <a:normAutofit/>
          </a:bodyPr>
          <a:lstStyle>
            <a:lvl1pPr algn="l">
              <a:defRPr sz="1800"/>
            </a:lvl1pPr>
          </a:lstStyle>
          <a:p>
            <a:r>
              <a:rPr lang="en-US"/>
              <a:t>Click to edit Master title style</a:t>
            </a:r>
            <a:endParaRPr lang="en-US" dirty="0"/>
          </a:p>
        </p:txBody>
      </p:sp>
      <p:sp>
        <p:nvSpPr>
          <p:cNvPr id="3" name="Content Placeholder 2"/>
          <p:cNvSpPr>
            <a:spLocks noGrp="1"/>
          </p:cNvSpPr>
          <p:nvPr>
            <p:ph idx="1"/>
          </p:nvPr>
        </p:nvSpPr>
        <p:spPr>
          <a:xfrm>
            <a:off x="3782785" y="599230"/>
            <a:ext cx="4509353" cy="349412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83504" y="2404119"/>
            <a:ext cx="2456260" cy="1686136"/>
          </a:xfrm>
        </p:spPr>
        <p:txBody>
          <a:bodyPr/>
          <a:lstStyle>
            <a:lvl1pPr marL="0" indent="0" algn="l">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Date</a:t>
            </a:r>
            <a:endParaRPr lang="en-US" dirty="0"/>
          </a:p>
        </p:txBody>
      </p:sp>
      <p:sp>
        <p:nvSpPr>
          <p:cNvPr id="6" name="Footer Placeholder 5"/>
          <p:cNvSpPr>
            <a:spLocks noGrp="1"/>
          </p:cNvSpPr>
          <p:nvPr>
            <p:ph type="ftr" sz="quarter" idx="11"/>
          </p:nvPr>
        </p:nvSpPr>
        <p:spPr/>
        <p:txBody>
          <a:bodyPr/>
          <a:lstStyle/>
          <a:p>
            <a:r>
              <a:rPr lang="en-US"/>
              <a:t>Footer</a:t>
            </a:r>
            <a:endParaRPr lang="en-US" dirty="0"/>
          </a:p>
        </p:txBody>
      </p:sp>
      <p:sp>
        <p:nvSpPr>
          <p:cNvPr id="7" name="Slide Number Placeholder 6"/>
          <p:cNvSpPr>
            <a:spLocks noGrp="1"/>
          </p:cNvSpPr>
          <p:nvPr>
            <p:ph type="sldNum" sz="quarter" idx="12"/>
          </p:nvPr>
        </p:nvSpPr>
        <p:spPr/>
        <p:txBody>
          <a:bodyPr/>
          <a:lstStyle/>
          <a:p>
            <a:r>
              <a:rPr lang="en-US"/>
              <a:t>&lt;#&gt;</a:t>
            </a:r>
            <a:endParaRPr lang="en-US" dirty="0"/>
          </a:p>
        </p:txBody>
      </p:sp>
      <p:cxnSp>
        <p:nvCxnSpPr>
          <p:cNvPr id="17" name="Straight Connector 16"/>
          <p:cNvCxnSpPr/>
          <p:nvPr/>
        </p:nvCxnSpPr>
        <p:spPr>
          <a:xfrm>
            <a:off x="1086210" y="2404118"/>
            <a:ext cx="2452118"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1121973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5608041" y="361628"/>
            <a:ext cx="3055900" cy="3861826"/>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088405" y="847135"/>
            <a:ext cx="4149246" cy="1372938"/>
          </a:xfrm>
        </p:spPr>
        <p:txBody>
          <a:bodyPr anchor="b">
            <a:normAutofit/>
          </a:bodyPr>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3292" y="841907"/>
            <a:ext cx="2093378" cy="2899745"/>
          </a:xfrm>
          <a:solidFill>
            <a:schemeClr val="bg1">
              <a:lumMod val="85000"/>
            </a:schemeClr>
          </a:solidFill>
          <a:ln w="9525" cap="sq">
            <a:noFill/>
            <a:miter lim="800000"/>
          </a:ln>
          <a:effectLst/>
        </p:spPr>
        <p:txBody>
          <a:bodyPr anchor="t"/>
          <a:lstStyle>
            <a:lvl1pPr marL="0" indent="0" algn="ctr">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1087747" y="2359494"/>
            <a:ext cx="4143303" cy="1502807"/>
          </a:xfrm>
        </p:spPr>
        <p:txBody>
          <a:bodyPr>
            <a:normAutofit/>
          </a:bodyPr>
          <a:lstStyle>
            <a:lvl1pPr marL="0" indent="0" algn="l">
              <a:buNone/>
              <a:defRPr sz="135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a:xfrm>
            <a:off x="1085537" y="4102393"/>
            <a:ext cx="4145513" cy="240092"/>
          </a:xfrm>
        </p:spPr>
        <p:txBody>
          <a:bodyPr/>
          <a:lstStyle>
            <a:lvl1pPr algn="l">
              <a:defRPr/>
            </a:lvl1pPr>
          </a:lstStyle>
          <a:p>
            <a:r>
              <a:rPr lang="en-US"/>
              <a:t>Date</a:t>
            </a:r>
            <a:endParaRPr lang="en-US" dirty="0"/>
          </a:p>
        </p:txBody>
      </p:sp>
      <p:sp>
        <p:nvSpPr>
          <p:cNvPr id="6" name="Footer Placeholder 5"/>
          <p:cNvSpPr>
            <a:spLocks noGrp="1"/>
          </p:cNvSpPr>
          <p:nvPr>
            <p:ph type="ftr" sz="quarter" idx="11"/>
          </p:nvPr>
        </p:nvSpPr>
        <p:spPr>
          <a:xfrm>
            <a:off x="1085537" y="238981"/>
            <a:ext cx="4155753" cy="240698"/>
          </a:xfrm>
        </p:spPr>
        <p:txBody>
          <a:bodyPr/>
          <a:lstStyle/>
          <a:p>
            <a:r>
              <a:rPr lang="en-US"/>
              <a:t>Footer</a:t>
            </a:r>
            <a:endParaRPr lang="en-US" dirty="0"/>
          </a:p>
        </p:txBody>
      </p:sp>
      <p:sp>
        <p:nvSpPr>
          <p:cNvPr id="7" name="Slide Number Placeholder 6"/>
          <p:cNvSpPr>
            <a:spLocks noGrp="1"/>
          </p:cNvSpPr>
          <p:nvPr>
            <p:ph type="sldNum" sz="quarter" idx="12"/>
          </p:nvPr>
        </p:nvSpPr>
        <p:spPr/>
        <p:txBody>
          <a:bodyPr/>
          <a:lstStyle/>
          <a:p>
            <a:r>
              <a:rPr lang="en-US"/>
              <a:t>&lt;#&gt;</a:t>
            </a:r>
            <a:endParaRPr lang="en-US" dirty="0"/>
          </a:p>
        </p:txBody>
      </p:sp>
      <p:cxnSp>
        <p:nvCxnSpPr>
          <p:cNvPr id="31" name="Straight Connector 30"/>
          <p:cNvCxnSpPr/>
          <p:nvPr/>
        </p:nvCxnSpPr>
        <p:spPr>
          <a:xfrm>
            <a:off x="1085537" y="2357704"/>
            <a:ext cx="4145513"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660493950"/>
      </p:ext>
    </p:extLst>
  </p:cSld>
  <p:clrMapOvr>
    <a:masterClrMapping/>
  </p:clrMapOvr>
  <p:hf sldNum="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Date</a:t>
            </a:r>
            <a:endParaRPr lang="en-US" dirty="0"/>
          </a:p>
        </p:txBody>
      </p:sp>
      <p:sp>
        <p:nvSpPr>
          <p:cNvPr id="5" name="Footer Placeholder 4"/>
          <p:cNvSpPr>
            <a:spLocks noGrp="1"/>
          </p:cNvSpPr>
          <p:nvPr>
            <p:ph type="ftr" sz="quarter" idx="11"/>
          </p:nvPr>
        </p:nvSpPr>
        <p:spPr/>
        <p:txBody>
          <a:bodyPr/>
          <a:lstStyle/>
          <a:p>
            <a:r>
              <a:rPr lang="en-US"/>
              <a:t>Footer</a:t>
            </a:r>
            <a:endParaRPr lang="en-US" dirty="0"/>
          </a:p>
        </p:txBody>
      </p:sp>
      <p:sp>
        <p:nvSpPr>
          <p:cNvPr id="6" name="Slide Number Placeholder 5"/>
          <p:cNvSpPr>
            <a:spLocks noGrp="1"/>
          </p:cNvSpPr>
          <p:nvPr>
            <p:ph type="sldNum" sz="quarter" idx="12"/>
          </p:nvPr>
        </p:nvSpPr>
        <p:spPr/>
        <p:txBody>
          <a:bodyPr/>
          <a:lstStyle/>
          <a:p>
            <a:r>
              <a:rPr lang="en-US"/>
              <a:t>&lt;#&gt;</a:t>
            </a:r>
            <a:endParaRPr lang="en-US" dirty="0"/>
          </a:p>
        </p:txBody>
      </p:sp>
      <p:cxnSp>
        <p:nvCxnSpPr>
          <p:cNvPr id="26" name="Straight Connector 25"/>
          <p:cNvCxnSpPr/>
          <p:nvPr/>
        </p:nvCxnSpPr>
        <p:spPr>
          <a:xfrm>
            <a:off x="1090422" y="1385316"/>
            <a:ext cx="720564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7147266"/>
      </p:ext>
    </p:extLst>
  </p:cSld>
  <p:clrMapOvr>
    <a:masterClrMapping/>
  </p:clrMapOvr>
  <p:hf sldNum="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79333" y="599230"/>
            <a:ext cx="1211807" cy="3494917"/>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083504" y="599230"/>
            <a:ext cx="5871623" cy="34949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Date</a:t>
            </a:r>
            <a:endParaRPr lang="en-US" dirty="0"/>
          </a:p>
        </p:txBody>
      </p:sp>
      <p:sp>
        <p:nvSpPr>
          <p:cNvPr id="5" name="Footer Placeholder 4"/>
          <p:cNvSpPr>
            <a:spLocks noGrp="1"/>
          </p:cNvSpPr>
          <p:nvPr>
            <p:ph type="ftr" sz="quarter" idx="11"/>
          </p:nvPr>
        </p:nvSpPr>
        <p:spPr/>
        <p:txBody>
          <a:bodyPr/>
          <a:lstStyle/>
          <a:p>
            <a:r>
              <a:rPr lang="en-US"/>
              <a:t>Footer</a:t>
            </a:r>
            <a:endParaRPr lang="en-US" dirty="0"/>
          </a:p>
        </p:txBody>
      </p:sp>
      <p:sp>
        <p:nvSpPr>
          <p:cNvPr id="6" name="Slide Number Placeholder 5"/>
          <p:cNvSpPr>
            <a:spLocks noGrp="1"/>
          </p:cNvSpPr>
          <p:nvPr>
            <p:ph type="sldNum" sz="quarter" idx="12"/>
          </p:nvPr>
        </p:nvSpPr>
        <p:spPr/>
        <p:txBody>
          <a:bodyPr/>
          <a:lstStyle/>
          <a:p>
            <a:r>
              <a:rPr lang="en-US"/>
              <a:t>&lt;#&gt;</a:t>
            </a:r>
            <a:endParaRPr lang="en-US" dirty="0"/>
          </a:p>
        </p:txBody>
      </p:sp>
      <p:cxnSp>
        <p:nvCxnSpPr>
          <p:cNvPr id="15" name="Straight Connector 14"/>
          <p:cNvCxnSpPr/>
          <p:nvPr/>
        </p:nvCxnSpPr>
        <p:spPr>
          <a:xfrm>
            <a:off x="7079333" y="599230"/>
            <a:ext cx="0" cy="3494917"/>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148437784"/>
      </p:ext>
    </p:extLst>
  </p:cSld>
  <p:clrMapOvr>
    <a:masterClrMapping/>
  </p:clrMapOvr>
  <p:hf sldNum="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woTxTwoObj">
  <p:cSld name="1_Comparison">
    <p:spTree>
      <p:nvGrpSpPr>
        <p:cNvPr id="1" name=""/>
        <p:cNvGrpSpPr/>
        <p:nvPr/>
      </p:nvGrpSpPr>
      <p:grpSpPr>
        <a:xfrm>
          <a:off x="0" y="0"/>
          <a:ext cx="0" cy="0"/>
          <a:chOff x="0" y="0"/>
          <a:chExt cx="0" cy="0"/>
        </a:xfrm>
      </p:grpSpPr>
      <p:sp>
        <p:nvSpPr>
          <p:cNvPr id="2" name="Text Placeholder 2">
            <a:extLst>
              <a:ext uri="{0352CB94-96DD-4AC8-9328-5D7A818CBCC2}">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5E202248-28CA-41A4-8754-45295A15E520}"/>
              </a:ext>
            </a:extLst>
          </p:cNvPr>
          <p:cNvSpPr>
            <a:spLocks noGrp="1"/>
          </p:cNvSpPr>
          <p:nvPr>
            <p:ph type="body"/>
          </p:nvPr>
        </p:nvSpPr>
        <p:spPr>
          <a:xfrm>
            <a:off x="762000" y="1400175"/>
            <a:ext cx="3619500" cy="540644"/>
          </a:xfrm>
          <a:prstGeom prst="rect">
            <a:avLst/>
          </a:prstGeom>
        </p:spPr>
        <p:txBody>
          <a:bodyPr rtlCol="0" anchor="ctr">
            <a:normAutofit/>
          </a:bodyPr>
          <a:lstStyle>
            <a:lvl1pPr marL="0" lvl="0" indent="0">
              <a:buNone/>
              <a:defRPr lang="en-US" sz="1600" b="0" i="0" cap="none" dirty="0">
                <a:solidFill>
                  <a:schemeClr val="accent1"/>
                </a:solidFill>
                <a:latin typeface="+mn-lt"/>
              </a:defRPr>
            </a:lvl1pPr>
            <a:lvl2pPr marL="457200" lvl="1" indent="0">
              <a:buNone/>
              <a:defRPr lang="en-US" sz="2000" b="1" dirty="0">
                <a:latin typeface="+mn-lt"/>
              </a:defRPr>
            </a:lvl2pPr>
            <a:lvl3pPr marL="914400" lvl="2" indent="0">
              <a:buNone/>
              <a:defRPr lang="en-US" sz="1800" b="1" dirty="0">
                <a:latin typeface="+mn-lt"/>
              </a:defRPr>
            </a:lvl3pPr>
            <a:lvl4pPr marL="1371600" lvl="3" indent="0">
              <a:buNone/>
              <a:defRPr lang="en-US" sz="1600" b="1" dirty="0">
                <a:latin typeface="+mn-lt"/>
              </a:defRPr>
            </a:lvl4pPr>
            <a:lvl5pPr marL="1828800" lvl="4" indent="0">
              <a:buNone/>
              <a:defRPr lang="en-US" sz="1600" b="1" dirty="0">
                <a:latin typeface="+mn-lt"/>
              </a:defRPr>
            </a:lvl5pPr>
            <a:lvl6pPr marL="2286000" lvl="5" indent="0">
              <a:buNone/>
              <a:defRPr lang="en-US" sz="1600" b="1" dirty="0">
                <a:latin typeface="+mn-lt"/>
              </a:defRPr>
            </a:lvl6pPr>
            <a:lvl7pPr marL="2743200" lvl="6" indent="0">
              <a:buNone/>
              <a:defRPr lang="en-US" sz="1600" b="1" dirty="0">
                <a:latin typeface="+mn-lt"/>
              </a:defRPr>
            </a:lvl7pPr>
            <a:lvl8pPr marL="3200400" lvl="7" indent="0">
              <a:buNone/>
              <a:defRPr lang="en-US" sz="1600" b="1" dirty="0">
                <a:latin typeface="+mn-lt"/>
              </a:defRPr>
            </a:lvl8pPr>
            <a:lvl9pPr marL="3657600" lvl="8" indent="0">
              <a:buNone/>
              <a:defRPr lang="en-US" sz="1600" b="1" dirty="0">
                <a:latin typeface="+mn-lt"/>
              </a:defRPr>
            </a:lvl9pPr>
          </a:lstStyle>
          <a:p>
            <a:pPr lvl="0"/>
            <a:r>
              <a:rPr lang="en-US" dirty="0"/>
              <a:t>Click to edit Master text styles</a:t>
            </a:r>
          </a:p>
        </p:txBody>
      </p:sp>
      <p:sp>
        <p:nvSpPr>
          <p:cNvPr id="3" name="Text Placeholder 4">
            <a:extLst>
              <a:ext uri="{ECA0ECDF-6594-4877-8224-3757DB9036CE}">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853263DA-7EDE-45A1-BA0C-5A9C459F6C37}"/>
              </a:ext>
            </a:extLst>
          </p:cNvPr>
          <p:cNvSpPr>
            <a:spLocks noGrp="1"/>
          </p:cNvSpPr>
          <p:nvPr>
            <p:ph type="body" idx="1"/>
          </p:nvPr>
        </p:nvSpPr>
        <p:spPr>
          <a:xfrm>
            <a:off x="4754717" y="1400175"/>
            <a:ext cx="3619500" cy="540644"/>
          </a:xfrm>
          <a:prstGeom prst="rect">
            <a:avLst/>
          </a:prstGeom>
        </p:spPr>
        <p:txBody>
          <a:bodyPr rtlCol="0" anchor="ctr">
            <a:normAutofit/>
          </a:bodyPr>
          <a:lstStyle>
            <a:lvl1pPr marL="0" lvl="0" indent="0">
              <a:buNone/>
              <a:defRPr lang="en-US" sz="1600" b="0" i="0" cap="none" dirty="0">
                <a:solidFill>
                  <a:schemeClr val="accent1"/>
                </a:solidFill>
                <a:latin typeface="+mn-lt"/>
              </a:defRPr>
            </a:lvl1pPr>
            <a:lvl2pPr marL="457200" lvl="1" indent="0">
              <a:buNone/>
              <a:defRPr lang="en-US" sz="2000" b="1" dirty="0">
                <a:latin typeface="+mn-lt"/>
              </a:defRPr>
            </a:lvl2pPr>
            <a:lvl3pPr marL="914400" lvl="2" indent="0">
              <a:buNone/>
              <a:defRPr lang="en-US" sz="1800" b="1" dirty="0">
                <a:latin typeface="+mn-lt"/>
              </a:defRPr>
            </a:lvl3pPr>
            <a:lvl4pPr marL="1371600" lvl="3" indent="0">
              <a:buNone/>
              <a:defRPr lang="en-US" sz="1600" b="1" dirty="0">
                <a:latin typeface="+mn-lt"/>
              </a:defRPr>
            </a:lvl4pPr>
            <a:lvl5pPr marL="1828800" lvl="4" indent="0">
              <a:buNone/>
              <a:defRPr lang="en-US" sz="1600" b="1" dirty="0">
                <a:latin typeface="+mn-lt"/>
              </a:defRPr>
            </a:lvl5pPr>
            <a:lvl6pPr marL="2286000" lvl="5" indent="0">
              <a:buNone/>
              <a:defRPr lang="en-US" sz="1600" b="1" dirty="0">
                <a:latin typeface="+mn-lt"/>
              </a:defRPr>
            </a:lvl6pPr>
            <a:lvl7pPr marL="2743200" lvl="6" indent="0">
              <a:buNone/>
              <a:defRPr lang="en-US" sz="1600" b="1" dirty="0">
                <a:latin typeface="+mn-lt"/>
              </a:defRPr>
            </a:lvl7pPr>
            <a:lvl8pPr marL="3200400" lvl="7" indent="0">
              <a:buNone/>
              <a:defRPr lang="en-US" sz="1600" b="1" dirty="0">
                <a:latin typeface="+mn-lt"/>
              </a:defRPr>
            </a:lvl8pPr>
            <a:lvl9pPr marL="3657600" lvl="8" indent="0">
              <a:buNone/>
              <a:defRPr lang="en-US" sz="1600" b="1" dirty="0">
                <a:latin typeface="+mn-lt"/>
              </a:defRPr>
            </a:lvl9pPr>
          </a:lstStyle>
          <a:p>
            <a:pPr lvl="0"/>
            <a:r>
              <a:rPr lang="en-US" dirty="0"/>
              <a:t>Click to edit Master text styles</a:t>
            </a:r>
          </a:p>
        </p:txBody>
      </p:sp>
      <p:sp>
        <p:nvSpPr>
          <p:cNvPr id="4" name="Content Placeholder 2">
            <a:extLst>
              <a:ext uri="{1E6733B2-00EA-4FA6-AE3F-05D9ABF44E8E}">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3832474D-E79E-499B-9862-F2DDEB931013}"/>
              </a:ext>
            </a:extLst>
          </p:cNvPr>
          <p:cNvSpPr>
            <a:spLocks noGrp="1"/>
          </p:cNvSpPr>
          <p:nvPr>
            <p:ph idx="2"/>
          </p:nvPr>
        </p:nvSpPr>
        <p:spPr>
          <a:xfrm>
            <a:off x="762000" y="1961537"/>
            <a:ext cx="3619500" cy="2510865"/>
          </a:xfrm>
        </p:spPr>
        <p:txBody>
          <a:bodyPr rtlCol="0"/>
          <a:lstStyle>
            <a:lvl1pPr lvl="0"/>
            <a:lvl2pPr lvl="1"/>
            <a:lvl3pPr lvl="2"/>
            <a:lvl4pPr lvl="3"/>
            <a:lvl5pPr lvl="4"/>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itle 1">
            <a:extLst>
              <a:ext uri="{BB1BD8CF-DA43-4B44-923D-4BEFD0BC1EA4}">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F5A3A422-E31C-411B-A280-6AD55BEBC119}"/>
              </a:ext>
            </a:extLst>
          </p:cNvPr>
          <p:cNvSpPr>
            <a:spLocks noGrp="1"/>
          </p:cNvSpPr>
          <p:nvPr>
            <p:ph type="title" idx="3"/>
          </p:nvPr>
        </p:nvSpPr>
        <p:spPr/>
        <p:txBody>
          <a:bodyPr rtlCol="0"/>
          <a:lstStyle>
            <a:lvl1pPr lvl="0"/>
          </a:lstStyle>
          <a:p>
            <a:r>
              <a:rPr lang="en-US" dirty="0"/>
              <a:t>Click to edit Master title style</a:t>
            </a:r>
          </a:p>
        </p:txBody>
      </p:sp>
      <p:sp>
        <p:nvSpPr>
          <p:cNvPr id="6" name="Content Placeholder 2">
            <a:extLst>
              <a:ext uri="{A09632FA-F2B6-4530-AE3A-FF4A32E3F376}">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01853232-8632-45D3-85A7-E8348FD8F234}"/>
              </a:ext>
            </a:extLst>
          </p:cNvPr>
          <p:cNvSpPr>
            <a:spLocks noGrp="1"/>
          </p:cNvSpPr>
          <p:nvPr>
            <p:ph idx="4"/>
          </p:nvPr>
        </p:nvSpPr>
        <p:spPr>
          <a:xfrm>
            <a:off x="4751443" y="1961537"/>
            <a:ext cx="3619500" cy="2510865"/>
          </a:xfrm>
        </p:spPr>
        <p:txBody>
          <a:bodyPr rtlCol="0"/>
          <a:lstStyle>
            <a:lvl1pPr lvl="0"/>
            <a:lvl2pPr lvl="1"/>
            <a:lvl3pPr lvl="2"/>
            <a:lvl4pPr lvl="3"/>
            <a:lvl5pPr lvl="4"/>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4">
            <a:extLst>
              <a:ext uri="{ECF92B83-65BD-453F-A828-91057131A3AC}">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7A6C2087-4DA1-4098-95F8-0B527E400E2A}"/>
              </a:ext>
            </a:extLst>
          </p:cNvPr>
          <p:cNvSpPr>
            <a:spLocks noGrp="1"/>
          </p:cNvSpPr>
          <p:nvPr>
            <p:ph type="dt" sz="half" idx="10"/>
          </p:nvPr>
        </p:nvSpPr>
        <p:spPr/>
        <p:txBody>
          <a:bodyPr rtlCol="0"/>
          <a:lstStyle/>
          <a:p>
            <a:r>
              <a:rPr lang="en-US" dirty="0"/>
              <a:t>Date</a:t>
            </a:r>
          </a:p>
        </p:txBody>
      </p:sp>
      <p:sp>
        <p:nvSpPr>
          <p:cNvPr id="8" name="Footer Placeholder 5">
            <a:extLst>
              <a:ext uri="{AC2CD151-299E-4F04-B057-7851616AE33B}">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07842915-D83C-43D3-9A50-CCBA5B5A6E3E}"/>
              </a:ext>
            </a:extLst>
          </p:cNvPr>
          <p:cNvSpPr>
            <a:spLocks noGrp="1"/>
          </p:cNvSpPr>
          <p:nvPr>
            <p:ph type="ftr" sz="quarter" idx="11"/>
          </p:nvPr>
        </p:nvSpPr>
        <p:spPr/>
        <p:txBody>
          <a:bodyPr rtlCol="0"/>
          <a:lstStyle/>
          <a:p>
            <a:r>
              <a:rPr lang="en-US" dirty="0"/>
              <a:t>Footer</a:t>
            </a:r>
          </a:p>
        </p:txBody>
      </p:sp>
      <p:sp>
        <p:nvSpPr>
          <p:cNvPr id="9" name="Slide Number Placeholder 6">
            <a:extLst>
              <a:ext uri="{2FB403EE-A41B-454C-95E7-475AFE6182FF}">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BD2D5332-1AB7-4B4B-8ECA-24230E80BF37}"/>
              </a:ext>
            </a:extLst>
          </p:cNvPr>
          <p:cNvSpPr>
            <a:spLocks noGrp="1"/>
          </p:cNvSpPr>
          <p:nvPr>
            <p:ph type="sldNum" sz="quarter" idx="12"/>
          </p:nvPr>
        </p:nvSpPr>
        <p:spPr/>
        <p:txBody>
          <a:bodyPr rtlCol="0"/>
          <a:lstStyle/>
          <a:p>
            <a:r>
              <a:rPr lang="en-US" dirty="0"/>
              <a:t>&lt;#&gt;</a:t>
            </a:r>
          </a:p>
        </p:txBody>
      </p:sp>
    </p:spTree>
    <p:extLst>
      <p:ext uri="{BB962C8B-B14F-4D97-AF65-F5344CB8AC3E}">
        <p14:creationId xmlns:p14="http://schemas.microsoft.com/office/powerpoint/2010/main" val="952209734"/>
      </p:ext>
      <p:ext uri="{81EEE608-CD61-466A-95AF-FDA0593BBC9F}">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682188097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cSld name="1_Section Header">
    <p:spTree>
      <p:nvGrpSpPr>
        <p:cNvPr id="1" name=""/>
        <p:cNvGrpSpPr/>
        <p:nvPr/>
      </p:nvGrpSpPr>
      <p:grpSpPr>
        <a:xfrm>
          <a:off x="0" y="0"/>
          <a:ext cx="0" cy="0"/>
          <a:chOff x="0" y="0"/>
          <a:chExt cx="0" cy="0"/>
        </a:xfrm>
      </p:grpSpPr>
      <p:sp>
        <p:nvSpPr>
          <p:cNvPr id="2" name="Text Placeholder 2">
            <a:extLst>
              <a:ext uri="{2AE00965-AC39-49A1-9922-F6E0DF3B0162}">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D1D2ADC5-958F-4FA7-BC9F-5492486B7EF5}"/>
              </a:ext>
            </a:extLst>
          </p:cNvPr>
          <p:cNvSpPr>
            <a:spLocks noGrp="1"/>
          </p:cNvSpPr>
          <p:nvPr>
            <p:ph type="body"/>
          </p:nvPr>
        </p:nvSpPr>
        <p:spPr>
          <a:xfrm>
            <a:off x="762000" y="2192059"/>
            <a:ext cx="7620000" cy="511812"/>
          </a:xfrm>
          <a:prstGeom prst="rect">
            <a:avLst/>
          </a:prstGeom>
        </p:spPr>
        <p:txBody>
          <a:bodyPr rtlCol="0" anchor="b">
            <a:normAutofit/>
          </a:bodyPr>
          <a:lstStyle>
            <a:lvl1pPr marL="0" lvl="0" indent="0">
              <a:lnSpc>
                <a:spcPct val="100000"/>
              </a:lnSpc>
              <a:buNone/>
              <a:defRPr lang="en-US" sz="1400" b="0" i="0" dirty="0">
                <a:solidFill>
                  <a:schemeClr val="accent1"/>
                </a:solidFill>
                <a:latin typeface="+mn-lt"/>
              </a:defRPr>
            </a:lvl1pPr>
            <a:lvl2pPr marL="457200" lvl="1" indent="0">
              <a:buNone/>
              <a:defRPr lang="en-US" sz="1800" dirty="0">
                <a:solidFill>
                  <a:schemeClr val="tx1">
                    <a:tint val="75000"/>
                  </a:schemeClr>
                </a:solidFill>
              </a:defRPr>
            </a:lvl2pPr>
            <a:lvl3pPr marL="914400" lvl="2" indent="0">
              <a:buNone/>
              <a:defRPr lang="en-US" sz="1600" dirty="0">
                <a:solidFill>
                  <a:schemeClr val="tx1">
                    <a:tint val="75000"/>
                  </a:schemeClr>
                </a:solidFill>
              </a:defRPr>
            </a:lvl3pPr>
            <a:lvl4pPr marL="1371600" lvl="3" indent="0">
              <a:buNone/>
              <a:defRPr lang="en-US" sz="1400" dirty="0">
                <a:solidFill>
                  <a:schemeClr val="tx1">
                    <a:tint val="75000"/>
                  </a:schemeClr>
                </a:solidFill>
              </a:defRPr>
            </a:lvl4pPr>
            <a:lvl5pPr marL="1828800" lvl="4" indent="0">
              <a:buNone/>
              <a:defRPr lang="en-US" sz="1400" dirty="0">
                <a:solidFill>
                  <a:schemeClr val="tx1">
                    <a:tint val="75000"/>
                  </a:schemeClr>
                </a:solidFill>
              </a:defRPr>
            </a:lvl5pPr>
            <a:lvl6pPr marL="2286000" lvl="5" indent="0">
              <a:buNone/>
              <a:defRPr lang="en-US" sz="1400" dirty="0">
                <a:solidFill>
                  <a:schemeClr val="tx1">
                    <a:tint val="75000"/>
                  </a:schemeClr>
                </a:solidFill>
              </a:defRPr>
            </a:lvl6pPr>
            <a:lvl7pPr marL="2743200" lvl="6" indent="0">
              <a:buNone/>
              <a:defRPr lang="en-US" sz="1400" dirty="0">
                <a:solidFill>
                  <a:schemeClr val="tx1">
                    <a:tint val="75000"/>
                  </a:schemeClr>
                </a:solidFill>
              </a:defRPr>
            </a:lvl7pPr>
            <a:lvl8pPr marL="3200400" lvl="7" indent="0">
              <a:buNone/>
              <a:defRPr lang="en-US" sz="1400" dirty="0">
                <a:solidFill>
                  <a:schemeClr val="tx1">
                    <a:tint val="75000"/>
                  </a:schemeClr>
                </a:solidFill>
              </a:defRPr>
            </a:lvl8pPr>
            <a:lvl9pPr marL="3657600" lvl="8" indent="0">
              <a:buNone/>
              <a:defRPr lang="en-US" sz="1400" dirty="0">
                <a:solidFill>
                  <a:schemeClr val="tx1">
                    <a:tint val="75000"/>
                  </a:schemeClr>
                </a:solidFill>
              </a:defRPr>
            </a:lvl9pPr>
          </a:lstStyle>
          <a:p>
            <a:pPr lvl="0"/>
            <a:r>
              <a:rPr lang="en-US" dirty="0"/>
              <a:t>Click to edit Master text styles</a:t>
            </a:r>
          </a:p>
        </p:txBody>
      </p:sp>
      <p:sp>
        <p:nvSpPr>
          <p:cNvPr id="3" name="Title 1">
            <a:extLst>
              <a:ext uri="{E580BBFA-DB54-41FB-8446-421C38AAA2E6}">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7B8F6933-3AFF-46DF-B909-61F725C1FD51}"/>
              </a:ext>
            </a:extLst>
          </p:cNvPr>
          <p:cNvSpPr>
            <a:spLocks noGrp="1"/>
          </p:cNvSpPr>
          <p:nvPr>
            <p:ph type="title" idx="1"/>
          </p:nvPr>
        </p:nvSpPr>
        <p:spPr>
          <a:xfrm>
            <a:off x="762000" y="2735662"/>
            <a:ext cx="7620000" cy="882263"/>
          </a:xfrm>
          <a:prstGeom prst="rect">
            <a:avLst/>
          </a:prstGeom>
        </p:spPr>
        <p:txBody>
          <a:bodyPr rtlCol="0" anchor="t"/>
          <a:lstStyle>
            <a:lvl1pPr lvl="0">
              <a:defRPr lang="en-US" sz="4000" dirty="0"/>
            </a:lvl1pPr>
          </a:lstStyle>
          <a:p>
            <a:r>
              <a:rPr lang="en-US" dirty="0"/>
              <a:t>Click to edit Master title style</a:t>
            </a:r>
          </a:p>
        </p:txBody>
      </p:sp>
      <p:sp>
        <p:nvSpPr>
          <p:cNvPr id="4" name="Slide Number Placeholder 5">
            <a:extLst>
              <a:ext uri="{0BA1AAF4-83B7-4426-A57D-01D3AE20E7B6}">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64739EDA-DC4B-4B8D-A252-8D9A3F23F961}"/>
              </a:ext>
            </a:extLst>
          </p:cNvPr>
          <p:cNvSpPr>
            <a:spLocks noGrp="1"/>
          </p:cNvSpPr>
          <p:nvPr>
            <p:ph type="sldNum" sz="quarter" idx="12"/>
          </p:nvPr>
        </p:nvSpPr>
        <p:spPr/>
        <p:txBody>
          <a:bodyPr rtlCol="0"/>
          <a:lstStyle>
            <a:lvl1pPr lvl="0"/>
          </a:lstStyle>
          <a:p>
            <a:r>
              <a:rPr lang="en-US" dirty="0"/>
              <a:t>&lt;#&gt;</a:t>
            </a:r>
          </a:p>
        </p:txBody>
      </p:sp>
      <p:sp>
        <p:nvSpPr>
          <p:cNvPr id="5" name="Footer Placeholder 4">
            <a:extLst>
              <a:ext uri="{F31BE9DD-83EE-4A0E-A70E-9DDDF8933003}">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658E37E0-4637-4401-BADC-8D1C6F1741B5}"/>
              </a:ext>
            </a:extLst>
          </p:cNvPr>
          <p:cNvSpPr>
            <a:spLocks noGrp="1"/>
          </p:cNvSpPr>
          <p:nvPr>
            <p:ph type="ftr" sz="quarter" idx="11"/>
          </p:nvPr>
        </p:nvSpPr>
        <p:spPr/>
        <p:txBody>
          <a:bodyPr rtlCol="0"/>
          <a:lstStyle>
            <a:lvl1pPr lvl="0"/>
          </a:lstStyle>
          <a:p>
            <a:r>
              <a:rPr lang="en-US" dirty="0"/>
              <a:t>Footer</a:t>
            </a:r>
          </a:p>
        </p:txBody>
      </p:sp>
      <p:sp>
        <p:nvSpPr>
          <p:cNvPr id="6" name="Date Placeholder 3">
            <a:extLst>
              <a:ext uri="{14ABFF26-D331-4817-8F9C-7E2A1E983570}">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E56B10B8-56AF-4336-AEA0-C16D60813996}"/>
              </a:ext>
            </a:extLst>
          </p:cNvPr>
          <p:cNvSpPr>
            <a:spLocks noGrp="1"/>
          </p:cNvSpPr>
          <p:nvPr>
            <p:ph type="dt" sz="half" idx="10"/>
          </p:nvPr>
        </p:nvSpPr>
        <p:spPr/>
        <p:txBody>
          <a:bodyPr rtlCol="0"/>
          <a:lstStyle>
            <a:lvl1pPr lvl="0"/>
          </a:lstStyle>
          <a:p>
            <a:r>
              <a:rPr lang="en-US" dirty="0"/>
              <a:t>Date</a:t>
            </a:r>
          </a:p>
        </p:txBody>
      </p:sp>
    </p:spTree>
    <p:extLst>
      <p:ext uri="{BB962C8B-B14F-4D97-AF65-F5344CB8AC3E}">
        <p14:creationId xmlns:p14="http://schemas.microsoft.com/office/powerpoint/2010/main" val="3600585817"/>
      </p:ext>
      <p:ext uri="{D23E33E6-635E-402D-9906-2B40A67C7DD7}">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6821880979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Text, and Images">
    <p:spTree>
      <p:nvGrpSpPr>
        <p:cNvPr id="1" name=""/>
        <p:cNvGrpSpPr/>
        <p:nvPr/>
      </p:nvGrpSpPr>
      <p:grpSpPr>
        <a:xfrm>
          <a:off x="0" y="0"/>
          <a:ext cx="0" cy="0"/>
          <a:chOff x="0" y="0"/>
          <a:chExt cx="0" cy="0"/>
        </a:xfrm>
      </p:grpSpPr>
      <p:sp>
        <p:nvSpPr>
          <p:cNvPr id="2" name="Rectangle 19">
            <a:extLst>
              <a:ext uri="{BBEC94B8-3E67-4BA5-9969-66CCAE3E03BA}">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B395C135-9D2C-4CB7-9370-55D1CEB197B1}"/>
              </a:ext>
            </a:extLst>
          </p:cNvPr>
          <p:cNvSpPr/>
          <p:nvPr/>
        </p:nvSpPr>
        <p:spPr>
          <a:xfrm>
            <a:off x="774703" y="1417637"/>
            <a:ext cx="1850529" cy="2192337"/>
          </a:xfrm>
          <a:prstGeom prst="rect">
            <a:avLst/>
          </a:prstGeom>
          <a:noFill/>
          <a:ln w="6350" cap="flat">
            <a:solidFill>
              <a:schemeClr val="tx1">
                <a:alpha val="48000"/>
                <a:lumMod val="50000"/>
                <a:lumOff val="50000"/>
              </a:schemeClr>
            </a:solidFill>
            <a:prstDash val="solid"/>
            <a:miter lim="800000"/>
          </a:ln>
          <a:effectLst/>
        </p:spPr>
        <p:style>
          <a:lnRef idx="1">
            <a:schemeClr val="accent1"/>
          </a:lnRef>
          <a:fillRef idx="3">
            <a:schemeClr val="accent1"/>
          </a:fillRef>
          <a:effectRef idx="0">
            <a:schemeClr val="accent1"/>
          </a:effectRef>
          <a:fontRef idx="minor">
            <a:srgbClr val="FFFFFF"/>
          </a:fontRef>
        </p:style>
        <p:txBody>
          <a:bodyPr rtlCol="0" anchor="ctr"/>
          <a:lstStyle/>
          <a:p>
            <a:endParaRPr lang="en-US" dirty="0">
              <a:latin typeface="+mn-lt"/>
            </a:endParaRPr>
          </a:p>
        </p:txBody>
      </p:sp>
      <p:sp>
        <p:nvSpPr>
          <p:cNvPr id="3" name="Rectangle 20">
            <a:extLst>
              <a:ext uri="{A632E7F1-7DBC-43AC-AA45-84DE76D457C4}">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CE2BED58-D717-4283-A3DF-581CD39BD493}"/>
              </a:ext>
            </a:extLst>
          </p:cNvPr>
          <p:cNvSpPr/>
          <p:nvPr/>
        </p:nvSpPr>
        <p:spPr>
          <a:xfrm>
            <a:off x="2774950" y="1417637"/>
            <a:ext cx="3580319" cy="2192337"/>
          </a:xfrm>
          <a:prstGeom prst="rect">
            <a:avLst/>
          </a:prstGeom>
          <a:noFill/>
          <a:ln w="6350" cap="flat">
            <a:solidFill>
              <a:schemeClr val="tx1">
                <a:alpha val="48000"/>
                <a:lumMod val="50000"/>
                <a:lumOff val="50000"/>
              </a:schemeClr>
            </a:solidFill>
            <a:prstDash val="solid"/>
            <a:miter lim="800000"/>
          </a:ln>
          <a:effectLst/>
        </p:spPr>
        <p:style>
          <a:lnRef idx="1">
            <a:schemeClr val="accent1"/>
          </a:lnRef>
          <a:fillRef idx="3">
            <a:schemeClr val="accent1"/>
          </a:fillRef>
          <a:effectRef idx="0">
            <a:schemeClr val="accent1"/>
          </a:effectRef>
          <a:fontRef idx="minor">
            <a:srgbClr val="FFFFFF"/>
          </a:fontRef>
        </p:style>
        <p:txBody>
          <a:bodyPr rtlCol="0" anchor="ctr"/>
          <a:lstStyle/>
          <a:p>
            <a:endParaRPr lang="en-US" dirty="0">
              <a:latin typeface="+mn-lt"/>
            </a:endParaRPr>
          </a:p>
        </p:txBody>
      </p:sp>
      <p:sp>
        <p:nvSpPr>
          <p:cNvPr id="4" name="Rectangle 22">
            <a:extLst>
              <a:ext uri="{6FF8A9F8-F13D-4501-A1AD-ABE8AD620BB9}">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72D85CA0-298B-4C2F-B722-121906C2C755}"/>
              </a:ext>
            </a:extLst>
          </p:cNvPr>
          <p:cNvSpPr/>
          <p:nvPr/>
        </p:nvSpPr>
        <p:spPr>
          <a:xfrm>
            <a:off x="6496050" y="1417637"/>
            <a:ext cx="1882776" cy="2192337"/>
          </a:xfrm>
          <a:custGeom>
            <a:avLst/>
            <a:gdLst/>
            <a:ahLst/>
            <a:cxnLst/>
            <a:rect l="0" t="0" r="r" b="b"/>
            <a:pathLst>
              <a:path w="1882776" h="2192337">
                <a:moveTo>
                  <a:pt x="9525" y="0"/>
                </a:moveTo>
                <a:lnTo>
                  <a:pt x="1882777" y="0"/>
                </a:lnTo>
                <a:lnTo>
                  <a:pt x="1882777" y="2192337"/>
                </a:lnTo>
                <a:lnTo>
                  <a:pt x="9525" y="2192337"/>
                </a:lnTo>
                <a:close/>
              </a:path>
            </a:pathLst>
          </a:custGeom>
          <a:noFill/>
          <a:ln w="6350" cap="flat">
            <a:solidFill>
              <a:schemeClr val="tx1">
                <a:alpha val="48000"/>
                <a:lumMod val="50000"/>
                <a:lumOff val="50000"/>
              </a:schemeClr>
            </a:solidFill>
            <a:prstDash val="solid"/>
            <a:miter lim="800000"/>
          </a:ln>
          <a:effectLst/>
        </p:spPr>
        <p:style>
          <a:lnRef idx="1">
            <a:schemeClr val="accent1"/>
          </a:lnRef>
          <a:fillRef idx="3">
            <a:schemeClr val="accent1"/>
          </a:fillRef>
          <a:effectRef idx="0">
            <a:schemeClr val="accent1"/>
          </a:effectRef>
          <a:fontRef idx="minor">
            <a:srgbClr val="FFFFFF"/>
          </a:fontRef>
        </p:style>
        <p:txBody>
          <a:bodyPr rtlCol="0" anchor="ctr"/>
          <a:lstStyle/>
          <a:p>
            <a:endParaRPr lang="en-US" dirty="0">
              <a:latin typeface="+mn-lt"/>
            </a:endParaRPr>
          </a:p>
        </p:txBody>
      </p:sp>
      <p:sp>
        <p:nvSpPr>
          <p:cNvPr id="5" name="Title 1">
            <a:extLst>
              <a:ext uri="{E530FAD6-A3F8-4F60-A007-F560C360AA75}">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7D4D58D4-0C18-4E4C-953D-3F8A362662C1}"/>
              </a:ext>
            </a:extLst>
          </p:cNvPr>
          <p:cNvSpPr>
            <a:spLocks noGrp="1"/>
          </p:cNvSpPr>
          <p:nvPr>
            <p:ph type="title"/>
          </p:nvPr>
        </p:nvSpPr>
        <p:spPr/>
        <p:txBody>
          <a:bodyPr rtlCol="0"/>
          <a:lstStyle>
            <a:lvl1pPr lvl="0"/>
          </a:lstStyle>
          <a:p>
            <a:r>
              <a:rPr lang="en-US" dirty="0"/>
              <a:t>Click to edit Master title style</a:t>
            </a:r>
          </a:p>
        </p:txBody>
      </p:sp>
      <p:sp>
        <p:nvSpPr>
          <p:cNvPr id="6" name="Picture Placeholder 2">
            <a:extLst>
              <a:ext uri="{5847CF22-6A6E-439F-837E-E41A78B7E33C}">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8F588EF5-365D-4DB9-A25A-4E28D058D971}"/>
              </a:ext>
            </a:extLst>
          </p:cNvPr>
          <p:cNvSpPr>
            <a:spLocks noGrp="1"/>
          </p:cNvSpPr>
          <p:nvPr>
            <p:ph type="pic" idx="1"/>
          </p:nvPr>
        </p:nvSpPr>
        <p:spPr>
          <a:xfrm>
            <a:off x="835027" y="1474787"/>
            <a:ext cx="1723499" cy="2074863"/>
          </a:xfrm>
          <a:solidFill>
            <a:schemeClr val="bg1">
              <a:lumMod val="95000"/>
            </a:schemeClr>
          </a:solidFill>
          <a:ln w="38100">
            <a:noFill/>
            <a:miter lim="800000"/>
          </a:ln>
        </p:spPr>
        <p:txBody>
          <a:bodyPr rtlCol="0"/>
          <a:lstStyle/>
          <a:p>
            <a:r>
              <a:rPr lang="en-US" dirty="0"/>
              <a:t>Click icon to add picture</a:t>
            </a:r>
          </a:p>
        </p:txBody>
      </p:sp>
      <p:sp>
        <p:nvSpPr>
          <p:cNvPr id="7" name="Content Placeholder 2">
            <a:extLst>
              <a:ext uri="{CF0AE038-B3CD-44F7-8F37-83D32ED753D7}">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159226E1-6328-4BFA-B17B-B9701060AB30}"/>
              </a:ext>
            </a:extLst>
          </p:cNvPr>
          <p:cNvSpPr>
            <a:spLocks noGrp="1"/>
          </p:cNvSpPr>
          <p:nvPr>
            <p:ph type="body" idx="2"/>
          </p:nvPr>
        </p:nvSpPr>
        <p:spPr>
          <a:xfrm>
            <a:off x="762000" y="3810000"/>
            <a:ext cx="1847850" cy="523875"/>
          </a:xfrm>
          <a:prstGeom prst="rect">
            <a:avLst/>
          </a:prstGeom>
        </p:spPr>
        <p:txBody>
          <a:bodyPr rtlCol="0" anchor="t">
            <a:normAutofit/>
          </a:bodyPr>
          <a:lstStyle>
            <a:lvl1pPr marL="0" lvl="0" indent="0" algn="ctr">
              <a:lnSpc>
                <a:spcPct val="100000"/>
              </a:lnSpc>
              <a:buNone/>
              <a:defRPr lang="en-US" sz="1200" b="0" dirty="0">
                <a:solidFill>
                  <a:schemeClr val="tx1">
                    <a:lumMod val="85000"/>
                    <a:lumOff val="15000"/>
                  </a:schemeClr>
                </a:solidFill>
                <a:latin typeface="+mn-lt"/>
              </a:defRPr>
            </a:lvl1pPr>
            <a:lvl2pPr lvl="1">
              <a:lnSpc>
                <a:spcPct val="129999"/>
              </a:lnSpc>
              <a:defRPr lang="en-US" sz="1000" dirty="0">
                <a:solidFill>
                  <a:schemeClr val="bg1">
                    <a:lumMod val="65000"/>
                  </a:schemeClr>
                </a:solidFill>
              </a:defRPr>
            </a:lvl2pPr>
            <a:lvl3pPr lvl="2">
              <a:lnSpc>
                <a:spcPts val="1200"/>
              </a:lnSpc>
              <a:defRPr lang="en-US" sz="1050" i="1" dirty="0">
                <a:solidFill>
                  <a:schemeClr val="tx2">
                    <a:lumMod val="50000"/>
                    <a:lumOff val="50000"/>
                  </a:schemeClr>
                </a:solidFill>
              </a:defRPr>
            </a:lvl3pPr>
            <a:lvl4pPr lvl="3">
              <a:lnSpc>
                <a:spcPts val="1200"/>
              </a:lnSpc>
              <a:defRPr lang="en-US" sz="1050" i="0" dirty="0">
                <a:solidFill>
                  <a:schemeClr val="tx2">
                    <a:lumMod val="50000"/>
                    <a:lumOff val="50000"/>
                  </a:schemeClr>
                </a:solidFill>
              </a:defRPr>
            </a:lvl4pPr>
            <a:lvl5pPr lvl="4">
              <a:lnSpc>
                <a:spcPts val="1200"/>
              </a:lnSpc>
              <a:buChar char="»"/>
              <a:defRPr lang="en-US" sz="1050" i="1" dirty="0">
                <a:solidFill>
                  <a:schemeClr val="tx2">
                    <a:lumMod val="50000"/>
                    <a:lumOff val="50000"/>
                  </a:schemeClr>
                </a:solidFill>
              </a:defRPr>
            </a:lvl5pPr>
          </a:lstStyle>
          <a:p>
            <a:pPr lvl="0"/>
            <a:r>
              <a:rPr lang="en-US" dirty="0"/>
              <a:t>Click to edit Master text styles</a:t>
            </a:r>
          </a:p>
        </p:txBody>
      </p:sp>
      <p:sp>
        <p:nvSpPr>
          <p:cNvPr id="8" name="Picture Placeholder 2">
            <a:extLst>
              <a:ext uri="{03B43B64-B088-48BB-9731-0E0ECF107712}">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4AEE7A74-A447-45F8-BBB7-67DCE40B2CDE}"/>
              </a:ext>
            </a:extLst>
          </p:cNvPr>
          <p:cNvSpPr>
            <a:spLocks noGrp="1"/>
          </p:cNvSpPr>
          <p:nvPr>
            <p:ph type="pic" idx="3"/>
          </p:nvPr>
        </p:nvSpPr>
        <p:spPr>
          <a:xfrm>
            <a:off x="2835275" y="1474787"/>
            <a:ext cx="3459670" cy="2074863"/>
          </a:xfrm>
          <a:solidFill>
            <a:schemeClr val="bg1">
              <a:lumMod val="95000"/>
            </a:schemeClr>
          </a:solidFill>
          <a:ln w="38100">
            <a:noFill/>
            <a:miter lim="800000"/>
          </a:ln>
        </p:spPr>
        <p:txBody>
          <a:bodyPr rtlCol="0"/>
          <a:lstStyle/>
          <a:p>
            <a:r>
              <a:rPr lang="en-US" dirty="0"/>
              <a:t>Click icon to add picture</a:t>
            </a:r>
          </a:p>
        </p:txBody>
      </p:sp>
      <p:sp>
        <p:nvSpPr>
          <p:cNvPr id="9" name="Content Placeholder 2">
            <a:extLst>
              <a:ext uri="{C75D14A6-221C-4BEB-A320-F54E75B59ABD}">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312BF538-09D3-4E9F-B4DE-A9A1BED7628F}"/>
              </a:ext>
            </a:extLst>
          </p:cNvPr>
          <p:cNvSpPr>
            <a:spLocks noGrp="1"/>
          </p:cNvSpPr>
          <p:nvPr>
            <p:ph type="body" idx="4"/>
          </p:nvPr>
        </p:nvSpPr>
        <p:spPr>
          <a:xfrm>
            <a:off x="2777561" y="3810000"/>
            <a:ext cx="3577708" cy="523875"/>
          </a:xfrm>
          <a:prstGeom prst="rect">
            <a:avLst/>
          </a:prstGeom>
        </p:spPr>
        <p:txBody>
          <a:bodyPr rtlCol="0" anchor="t">
            <a:normAutofit/>
          </a:bodyPr>
          <a:lstStyle>
            <a:lvl1pPr marL="0" lvl="0" indent="0" algn="ctr">
              <a:lnSpc>
                <a:spcPct val="100000"/>
              </a:lnSpc>
              <a:buNone/>
              <a:defRPr lang="en-US" sz="1200" b="0" dirty="0">
                <a:solidFill>
                  <a:schemeClr val="tx1">
                    <a:lumMod val="85000"/>
                    <a:lumOff val="15000"/>
                  </a:schemeClr>
                </a:solidFill>
                <a:latin typeface="+mn-lt"/>
              </a:defRPr>
            </a:lvl1pPr>
            <a:lvl2pPr lvl="1">
              <a:lnSpc>
                <a:spcPct val="129999"/>
              </a:lnSpc>
              <a:defRPr lang="en-US" sz="1000" dirty="0">
                <a:solidFill>
                  <a:schemeClr val="bg1">
                    <a:lumMod val="65000"/>
                  </a:schemeClr>
                </a:solidFill>
              </a:defRPr>
            </a:lvl2pPr>
            <a:lvl3pPr lvl="2">
              <a:lnSpc>
                <a:spcPts val="1200"/>
              </a:lnSpc>
              <a:defRPr lang="en-US" sz="1050" i="1" dirty="0">
                <a:solidFill>
                  <a:schemeClr val="tx2">
                    <a:lumMod val="50000"/>
                    <a:lumOff val="50000"/>
                  </a:schemeClr>
                </a:solidFill>
              </a:defRPr>
            </a:lvl3pPr>
            <a:lvl4pPr lvl="3">
              <a:lnSpc>
                <a:spcPts val="1200"/>
              </a:lnSpc>
              <a:defRPr lang="en-US" sz="1050" i="0" dirty="0">
                <a:solidFill>
                  <a:schemeClr val="tx2">
                    <a:lumMod val="50000"/>
                    <a:lumOff val="50000"/>
                  </a:schemeClr>
                </a:solidFill>
              </a:defRPr>
            </a:lvl4pPr>
            <a:lvl5pPr lvl="4">
              <a:lnSpc>
                <a:spcPts val="1200"/>
              </a:lnSpc>
              <a:buChar char="»"/>
              <a:defRPr lang="en-US" sz="1050" i="1" dirty="0">
                <a:solidFill>
                  <a:schemeClr val="tx2">
                    <a:lumMod val="50000"/>
                    <a:lumOff val="50000"/>
                  </a:schemeClr>
                </a:solidFill>
              </a:defRPr>
            </a:lvl5pPr>
          </a:lstStyle>
          <a:p>
            <a:pPr lvl="0"/>
            <a:r>
              <a:rPr lang="en-US" dirty="0"/>
              <a:t>Click to edit Master text styles</a:t>
            </a:r>
          </a:p>
        </p:txBody>
      </p:sp>
      <p:sp>
        <p:nvSpPr>
          <p:cNvPr id="10" name="Picture Placeholder 2">
            <a:extLst>
              <a:ext uri="{EABAC8E8-B688-4438-80EE-6D1AA17968F4}">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C801E6B7-3C17-4485-A20B-BB650F4E3AED}"/>
              </a:ext>
            </a:extLst>
          </p:cNvPr>
          <p:cNvSpPr>
            <a:spLocks noGrp="1"/>
          </p:cNvSpPr>
          <p:nvPr>
            <p:ph type="pic" idx="5"/>
          </p:nvPr>
        </p:nvSpPr>
        <p:spPr>
          <a:xfrm>
            <a:off x="6581774" y="1474787"/>
            <a:ext cx="1724025" cy="2074863"/>
          </a:xfrm>
          <a:solidFill>
            <a:schemeClr val="bg1">
              <a:lumMod val="95000"/>
            </a:schemeClr>
          </a:solidFill>
          <a:ln w="38100">
            <a:noFill/>
            <a:miter lim="800000"/>
          </a:ln>
        </p:spPr>
        <p:txBody>
          <a:bodyPr rtlCol="0"/>
          <a:lstStyle/>
          <a:p>
            <a:r>
              <a:rPr lang="en-US" dirty="0"/>
              <a:t>Click icon to add picture</a:t>
            </a:r>
          </a:p>
        </p:txBody>
      </p:sp>
      <p:sp>
        <p:nvSpPr>
          <p:cNvPr id="11" name="Content Placeholder 2">
            <a:extLst>
              <a:ext uri="{BF71244C-2C33-4C2D-B4BA-5D9BE0F3529F}">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59E3793D-B7AE-40A2-B818-64BD764BC54F}"/>
              </a:ext>
            </a:extLst>
          </p:cNvPr>
          <p:cNvSpPr>
            <a:spLocks noGrp="1"/>
          </p:cNvSpPr>
          <p:nvPr>
            <p:ph type="body" idx="6"/>
          </p:nvPr>
        </p:nvSpPr>
        <p:spPr>
          <a:xfrm>
            <a:off x="6496050" y="3810000"/>
            <a:ext cx="1882775" cy="523875"/>
          </a:xfrm>
          <a:prstGeom prst="rect">
            <a:avLst/>
          </a:prstGeom>
        </p:spPr>
        <p:txBody>
          <a:bodyPr rtlCol="0" anchor="t">
            <a:normAutofit/>
          </a:bodyPr>
          <a:lstStyle>
            <a:lvl1pPr marL="0" lvl="0" indent="0" algn="ctr">
              <a:lnSpc>
                <a:spcPct val="100000"/>
              </a:lnSpc>
              <a:buNone/>
              <a:defRPr lang="en-US" sz="1200" b="0" dirty="0">
                <a:solidFill>
                  <a:schemeClr val="tx1">
                    <a:lumMod val="85000"/>
                    <a:lumOff val="15000"/>
                  </a:schemeClr>
                </a:solidFill>
                <a:latin typeface="+mn-lt"/>
              </a:defRPr>
            </a:lvl1pPr>
            <a:lvl2pPr lvl="1">
              <a:lnSpc>
                <a:spcPct val="129999"/>
              </a:lnSpc>
              <a:defRPr lang="en-US" sz="1000" dirty="0">
                <a:solidFill>
                  <a:schemeClr val="bg1">
                    <a:lumMod val="65000"/>
                  </a:schemeClr>
                </a:solidFill>
              </a:defRPr>
            </a:lvl2pPr>
            <a:lvl3pPr lvl="2">
              <a:lnSpc>
                <a:spcPts val="1200"/>
              </a:lnSpc>
              <a:defRPr lang="en-US" sz="1050" i="1" dirty="0">
                <a:solidFill>
                  <a:schemeClr val="tx2">
                    <a:lumMod val="50000"/>
                    <a:lumOff val="50000"/>
                  </a:schemeClr>
                </a:solidFill>
              </a:defRPr>
            </a:lvl3pPr>
            <a:lvl4pPr lvl="3">
              <a:lnSpc>
                <a:spcPts val="1200"/>
              </a:lnSpc>
              <a:defRPr lang="en-US" sz="1050" i="0" dirty="0">
                <a:solidFill>
                  <a:schemeClr val="tx2">
                    <a:lumMod val="50000"/>
                    <a:lumOff val="50000"/>
                  </a:schemeClr>
                </a:solidFill>
              </a:defRPr>
            </a:lvl4pPr>
            <a:lvl5pPr lvl="4">
              <a:lnSpc>
                <a:spcPts val="1200"/>
              </a:lnSpc>
              <a:buChar char="»"/>
              <a:defRPr lang="en-US" sz="1050" i="1" dirty="0">
                <a:solidFill>
                  <a:schemeClr val="tx2">
                    <a:lumMod val="50000"/>
                    <a:lumOff val="50000"/>
                  </a:schemeClr>
                </a:solidFill>
              </a:defRPr>
            </a:lvl5pPr>
          </a:lstStyle>
          <a:p>
            <a:pPr lvl="0"/>
            <a:r>
              <a:rPr lang="en-US" dirty="0"/>
              <a:t>Click to edit Master text styles</a:t>
            </a:r>
          </a:p>
        </p:txBody>
      </p:sp>
      <p:sp>
        <p:nvSpPr>
          <p:cNvPr id="12" name="Slide Number Placeholder 4">
            <a:extLst>
              <a:ext uri="{F676E8A6-37AC-4D54-9940-23A4F3A41290}">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47307C13-02AF-453A-A17B-744BA6E1525C}"/>
              </a:ext>
            </a:extLst>
          </p:cNvPr>
          <p:cNvSpPr>
            <a:spLocks noGrp="1"/>
          </p:cNvSpPr>
          <p:nvPr>
            <p:ph type="sldNum" sz="quarter" idx="12"/>
          </p:nvPr>
        </p:nvSpPr>
        <p:spPr/>
        <p:txBody>
          <a:bodyPr rtlCol="0"/>
          <a:lstStyle/>
          <a:p>
            <a:r>
              <a:rPr lang="en-US" dirty="0"/>
              <a:t>&lt;#&gt;</a:t>
            </a:r>
          </a:p>
        </p:txBody>
      </p:sp>
      <p:sp>
        <p:nvSpPr>
          <p:cNvPr id="13" name="Footer Placeholder 3">
            <a:extLst>
              <a:ext uri="{4F0D55CB-99D8-4BFD-8697-97D54F188C80}">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D74903A5-0CC7-4390-B389-63B21A33453F}"/>
              </a:ext>
            </a:extLst>
          </p:cNvPr>
          <p:cNvSpPr>
            <a:spLocks noGrp="1"/>
          </p:cNvSpPr>
          <p:nvPr>
            <p:ph type="ftr" sz="quarter" idx="11"/>
          </p:nvPr>
        </p:nvSpPr>
        <p:spPr/>
        <p:txBody>
          <a:bodyPr rtlCol="0"/>
          <a:lstStyle/>
          <a:p>
            <a:r>
              <a:rPr lang="en-US" dirty="0"/>
              <a:t>Footer</a:t>
            </a:r>
          </a:p>
        </p:txBody>
      </p:sp>
      <p:sp>
        <p:nvSpPr>
          <p:cNvPr id="14" name="Date Placeholder 1">
            <a:extLst>
              <a:ext uri="{FB7801AE-F817-4EDD-8C42-8F1D327F7928}">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798021B7-5EF0-4E9E-A803-AA7E09A83792}"/>
              </a:ext>
            </a:extLst>
          </p:cNvPr>
          <p:cNvSpPr>
            <a:spLocks noGrp="1"/>
          </p:cNvSpPr>
          <p:nvPr>
            <p:ph type="dt" sz="half" idx="10"/>
          </p:nvPr>
        </p:nvSpPr>
        <p:spPr/>
        <p:txBody>
          <a:bodyPr rtlCol="0"/>
          <a:lstStyle/>
          <a:p>
            <a:r>
              <a:rPr lang="en-US" dirty="0"/>
              <a:t>Date</a:t>
            </a:r>
          </a:p>
        </p:txBody>
      </p:sp>
    </p:spTree>
    <p:custDataLst>
      <p:tags r:id="rId1"/>
    </p:custDataLst>
    <p:extLst>
      <p:ext uri="{BC1CC141-7FAC-4EDF-97FA-514C4FA25D05}">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6821880980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Images">
    <p:spTree>
      <p:nvGrpSpPr>
        <p:cNvPr id="1" name=""/>
        <p:cNvGrpSpPr/>
        <p:nvPr/>
      </p:nvGrpSpPr>
      <p:grpSpPr>
        <a:xfrm>
          <a:off x="0" y="0"/>
          <a:ext cx="0" cy="0"/>
          <a:chOff x="0" y="0"/>
          <a:chExt cx="0" cy="0"/>
        </a:xfrm>
      </p:grpSpPr>
      <p:sp>
        <p:nvSpPr>
          <p:cNvPr id="2" name="Title 1">
            <a:extLst>
              <a:ext uri="{F8B38B65-D464-4AF3-80CC-F9C26CEFF61C}">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31FC562C-C39D-4EB2-9FE4-CD35CF3E5669}"/>
              </a:ext>
            </a:extLst>
          </p:cNvPr>
          <p:cNvSpPr>
            <a:spLocks noGrp="1"/>
          </p:cNvSpPr>
          <p:nvPr>
            <p:ph type="title"/>
          </p:nvPr>
        </p:nvSpPr>
        <p:spPr/>
        <p:txBody>
          <a:bodyPr rtlCol="0"/>
          <a:lstStyle>
            <a:lvl1pPr lvl="0"/>
          </a:lstStyle>
          <a:p>
            <a:r>
              <a:rPr lang="en-US" dirty="0"/>
              <a:t>Click to edit Master title style</a:t>
            </a:r>
          </a:p>
        </p:txBody>
      </p:sp>
      <p:sp>
        <p:nvSpPr>
          <p:cNvPr id="3" name="Picture Placeholder 2">
            <a:extLst>
              <a:ext uri="{FFABA2F8-1F03-4C9C-B5D6-1EFF8D029D4F}">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4720BEF1-DE30-4356-8549-7D1487B3FDCC}"/>
              </a:ext>
            </a:extLst>
          </p:cNvPr>
          <p:cNvSpPr>
            <a:spLocks noGrp="1"/>
          </p:cNvSpPr>
          <p:nvPr>
            <p:ph type="pic" idx="1"/>
          </p:nvPr>
        </p:nvSpPr>
        <p:spPr>
          <a:xfrm>
            <a:off x="304800" y="1733550"/>
            <a:ext cx="2095500" cy="2190750"/>
          </a:xfrm>
          <a:solidFill>
            <a:schemeClr val="bg1">
              <a:lumMod val="95000"/>
            </a:schemeClr>
          </a:solidFill>
          <a:ln w="38100">
            <a:noFill/>
            <a:miter lim="800000"/>
          </a:ln>
        </p:spPr>
        <p:txBody>
          <a:bodyPr rtlCol="0"/>
          <a:lstStyle/>
          <a:p>
            <a:r>
              <a:rPr lang="en-US" dirty="0"/>
              <a:t>Click icon to add picture</a:t>
            </a:r>
          </a:p>
        </p:txBody>
      </p:sp>
      <p:sp>
        <p:nvSpPr>
          <p:cNvPr id="4" name="Picture Placeholder 2">
            <a:extLst>
              <a:ext uri="{3BE81352-C7A1-4449-8B7A-F9484808061C}">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89A42BDB-0203-464F-80F7-2317985571CF}"/>
              </a:ext>
            </a:extLst>
          </p:cNvPr>
          <p:cNvSpPr>
            <a:spLocks noGrp="1"/>
          </p:cNvSpPr>
          <p:nvPr>
            <p:ph type="pic" idx="2"/>
          </p:nvPr>
        </p:nvSpPr>
        <p:spPr>
          <a:xfrm>
            <a:off x="2470150" y="1733550"/>
            <a:ext cx="2095500" cy="2190750"/>
          </a:xfrm>
          <a:solidFill>
            <a:schemeClr val="bg1">
              <a:lumMod val="95000"/>
            </a:schemeClr>
          </a:solidFill>
          <a:ln w="38100">
            <a:noFill/>
            <a:miter lim="800000"/>
          </a:ln>
        </p:spPr>
        <p:txBody>
          <a:bodyPr rtlCol="0"/>
          <a:lstStyle/>
          <a:p>
            <a:r>
              <a:rPr lang="en-US" dirty="0"/>
              <a:t>Click icon to add picture</a:t>
            </a:r>
          </a:p>
        </p:txBody>
      </p:sp>
      <p:sp>
        <p:nvSpPr>
          <p:cNvPr id="5" name="Picture Placeholder 2">
            <a:extLst>
              <a:ext uri="{E634C294-A271-46B5-B153-5D627CFAE0CE}">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BF213E16-92CA-4E87-A4F8-A52A1350926D}"/>
              </a:ext>
            </a:extLst>
          </p:cNvPr>
          <p:cNvSpPr>
            <a:spLocks noGrp="1"/>
          </p:cNvSpPr>
          <p:nvPr>
            <p:ph type="pic" idx="3"/>
          </p:nvPr>
        </p:nvSpPr>
        <p:spPr>
          <a:xfrm>
            <a:off x="4635500" y="1733550"/>
            <a:ext cx="2095500" cy="2190750"/>
          </a:xfrm>
          <a:solidFill>
            <a:schemeClr val="bg1">
              <a:lumMod val="95000"/>
            </a:schemeClr>
          </a:solidFill>
          <a:ln w="38100">
            <a:noFill/>
            <a:miter lim="800000"/>
          </a:ln>
        </p:spPr>
        <p:txBody>
          <a:bodyPr rtlCol="0"/>
          <a:lstStyle/>
          <a:p>
            <a:r>
              <a:rPr lang="en-US" dirty="0"/>
              <a:t>Click icon to add picture</a:t>
            </a:r>
          </a:p>
        </p:txBody>
      </p:sp>
      <p:sp>
        <p:nvSpPr>
          <p:cNvPr id="6" name="Picture Placeholder 2">
            <a:extLst>
              <a:ext uri="{1FEB030E-6AE9-4A6D-AED7-D1ADEC76824D}">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87F33EBB-B3E8-403B-B8C6-8ECE10C7A779}"/>
              </a:ext>
            </a:extLst>
          </p:cNvPr>
          <p:cNvSpPr>
            <a:spLocks noGrp="1"/>
          </p:cNvSpPr>
          <p:nvPr>
            <p:ph type="pic" idx="4"/>
          </p:nvPr>
        </p:nvSpPr>
        <p:spPr>
          <a:xfrm>
            <a:off x="6800850" y="1733550"/>
            <a:ext cx="2095500" cy="2190750"/>
          </a:xfrm>
          <a:solidFill>
            <a:schemeClr val="bg1">
              <a:lumMod val="95000"/>
            </a:schemeClr>
          </a:solidFill>
          <a:ln w="38100">
            <a:noFill/>
            <a:miter lim="800000"/>
          </a:ln>
        </p:spPr>
        <p:txBody>
          <a:bodyPr rtlCol="0"/>
          <a:lstStyle/>
          <a:p>
            <a:r>
              <a:rPr lang="en-US" dirty="0"/>
              <a:t>Click icon to add picture</a:t>
            </a:r>
          </a:p>
        </p:txBody>
      </p:sp>
      <p:sp>
        <p:nvSpPr>
          <p:cNvPr id="7" name="Slide Number Placeholder 4">
            <a:extLst>
              <a:ext uri="{FFF3716C-6B80-49BD-BA01-D633EC054238}">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E7C19428-FA95-4FB1-80CA-AC1A1A7966EB}"/>
              </a:ext>
            </a:extLst>
          </p:cNvPr>
          <p:cNvSpPr>
            <a:spLocks noGrp="1"/>
          </p:cNvSpPr>
          <p:nvPr>
            <p:ph type="sldNum" sz="quarter" idx="12"/>
          </p:nvPr>
        </p:nvSpPr>
        <p:spPr/>
        <p:txBody>
          <a:bodyPr rtlCol="0"/>
          <a:lstStyle/>
          <a:p>
            <a:r>
              <a:rPr lang="en-US" dirty="0"/>
              <a:t>&lt;#&gt;</a:t>
            </a:r>
          </a:p>
        </p:txBody>
      </p:sp>
      <p:sp>
        <p:nvSpPr>
          <p:cNvPr id="8" name="Footer Placeholder 3">
            <a:extLst>
              <a:ext uri="{BD6A3273-7660-4CAF-B0B5-B2915CF4D0C0}">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72C3B595-776A-4872-B6ED-89F011942965}"/>
              </a:ext>
            </a:extLst>
          </p:cNvPr>
          <p:cNvSpPr>
            <a:spLocks noGrp="1"/>
          </p:cNvSpPr>
          <p:nvPr>
            <p:ph type="ftr" sz="quarter" idx="11"/>
          </p:nvPr>
        </p:nvSpPr>
        <p:spPr/>
        <p:txBody>
          <a:bodyPr rtlCol="0"/>
          <a:lstStyle/>
          <a:p>
            <a:r>
              <a:rPr lang="en-US" dirty="0"/>
              <a:t>Footer</a:t>
            </a:r>
          </a:p>
        </p:txBody>
      </p:sp>
      <p:sp>
        <p:nvSpPr>
          <p:cNvPr id="9" name="Date Placeholder 1">
            <a:extLst>
              <a:ext uri="{887AE1D3-B54B-4F22-BBFE-54DA46CF970C}">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B0C8B36C-C0AE-4E8D-A09D-C8EF3012BB39}"/>
              </a:ext>
            </a:extLst>
          </p:cNvPr>
          <p:cNvSpPr>
            <a:spLocks noGrp="1"/>
          </p:cNvSpPr>
          <p:nvPr>
            <p:ph type="dt" sz="half" idx="10"/>
          </p:nvPr>
        </p:nvSpPr>
        <p:spPr/>
        <p:txBody>
          <a:bodyPr rtlCol="0"/>
          <a:lstStyle/>
          <a:p>
            <a:r>
              <a:rPr lang="en-US" dirty="0"/>
              <a:t>Date</a:t>
            </a:r>
          </a:p>
        </p:txBody>
      </p:sp>
    </p:spTree>
    <p:custDataLst>
      <p:tags r:id="rId1"/>
    </p:custDataLst>
    <p:extLst>
      <p:ext uri="{7C4A46A3-BEEE-46F9-9C34-8735A9213304}">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682188098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jpe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1514607"/>
            <a:ext cx="9144000" cy="3079456"/>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7" cstate="print">
            <a:extLst>
              <a:ext uri="{28A0092B-C50C-407E-A947-70E740481C1C}">
                <a14:useLocalDpi xmlns:a14="http://schemas.microsoft.com/office/drawing/2010/main" val="0"/>
              </a:ext>
            </a:extLst>
          </a:blip>
          <a:srcRect t="1538" b="-1538"/>
          <a:stretch/>
        </p:blipFill>
        <p:spPr bwMode="black">
          <a:xfrm>
            <a:off x="0" y="4594860"/>
            <a:ext cx="9144000" cy="557213"/>
          </a:xfrm>
          <a:prstGeom prst="rect">
            <a:avLst/>
          </a:prstGeom>
        </p:spPr>
      </p:pic>
      <p:sp>
        <p:nvSpPr>
          <p:cNvPr id="2" name="Title Placeholder 1"/>
          <p:cNvSpPr>
            <a:spLocks noGrp="1"/>
          </p:cNvSpPr>
          <p:nvPr>
            <p:ph type="title"/>
          </p:nvPr>
        </p:nvSpPr>
        <p:spPr>
          <a:xfrm>
            <a:off x="1088685" y="603390"/>
            <a:ext cx="7202456" cy="786926"/>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088685" y="1511799"/>
            <a:ext cx="7202456" cy="25879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665604" y="247778"/>
            <a:ext cx="2625536" cy="231901"/>
          </a:xfrm>
          <a:prstGeom prst="rect">
            <a:avLst/>
          </a:prstGeom>
        </p:spPr>
        <p:txBody>
          <a:bodyPr vert="horz" lIns="91440" tIns="45720" rIns="91440" bIns="45720" rtlCol="0" anchor="ctr"/>
          <a:lstStyle>
            <a:lvl1pPr algn="r">
              <a:defRPr sz="750">
                <a:solidFill>
                  <a:schemeClr val="tx1">
                    <a:tint val="75000"/>
                  </a:schemeClr>
                </a:solidFill>
              </a:defRPr>
            </a:lvl1pPr>
          </a:lstStyle>
          <a:p>
            <a:r>
              <a:rPr lang="en-US"/>
              <a:t>Date</a:t>
            </a:r>
            <a:endParaRPr lang="en-US" dirty="0"/>
          </a:p>
        </p:txBody>
      </p:sp>
      <p:sp>
        <p:nvSpPr>
          <p:cNvPr id="5" name="Footer Placeholder 4"/>
          <p:cNvSpPr>
            <a:spLocks noGrp="1"/>
          </p:cNvSpPr>
          <p:nvPr>
            <p:ph type="ftr" sz="quarter" idx="3"/>
          </p:nvPr>
        </p:nvSpPr>
        <p:spPr>
          <a:xfrm>
            <a:off x="1088684" y="246981"/>
            <a:ext cx="4454127" cy="231901"/>
          </a:xfrm>
          <a:prstGeom prst="rect">
            <a:avLst/>
          </a:prstGeom>
        </p:spPr>
        <p:txBody>
          <a:bodyPr vert="horz" lIns="91440" tIns="45720" rIns="91440" bIns="45720" rtlCol="0" anchor="ctr"/>
          <a:lstStyle>
            <a:lvl1pPr algn="l">
              <a:defRPr sz="750">
                <a:solidFill>
                  <a:schemeClr val="tx1">
                    <a:tint val="75000"/>
                  </a:schemeClr>
                </a:solidFill>
              </a:defRPr>
            </a:lvl1pPr>
          </a:lstStyle>
          <a:p>
            <a:r>
              <a:rPr lang="en-US"/>
              <a:t>Footer</a:t>
            </a:r>
            <a:endParaRPr lang="en-US" dirty="0"/>
          </a:p>
        </p:txBody>
      </p:sp>
      <p:sp>
        <p:nvSpPr>
          <p:cNvPr id="6" name="Slide Number Placeholder 5"/>
          <p:cNvSpPr>
            <a:spLocks noGrp="1"/>
          </p:cNvSpPr>
          <p:nvPr>
            <p:ph type="sldNum" sz="quarter" idx="4"/>
          </p:nvPr>
        </p:nvSpPr>
        <p:spPr>
          <a:xfrm>
            <a:off x="360046" y="599230"/>
            <a:ext cx="608264" cy="377684"/>
          </a:xfrm>
          <a:prstGeom prst="rect">
            <a:avLst/>
          </a:prstGeom>
        </p:spPr>
        <p:txBody>
          <a:bodyPr vert="horz" lIns="91440" tIns="45720" rIns="91440" bIns="45720" rtlCol="0" anchor="t"/>
          <a:lstStyle>
            <a:lvl1pPr algn="r">
              <a:defRPr sz="2100">
                <a:solidFill>
                  <a:schemeClr val="accent1"/>
                </a:solidFill>
              </a:defRPr>
            </a:lvl1pPr>
          </a:lstStyle>
          <a:p>
            <a:r>
              <a:rPr lang="en-US"/>
              <a:t>&lt;#&gt;</a:t>
            </a:r>
            <a:endParaRPr lang="en-US" dirty="0"/>
          </a:p>
        </p:txBody>
      </p:sp>
      <p:cxnSp>
        <p:nvCxnSpPr>
          <p:cNvPr id="10" name="Straight Connector 9"/>
          <p:cNvCxnSpPr/>
          <p:nvPr/>
        </p:nvCxnSpPr>
        <p:spPr>
          <a:xfrm>
            <a:off x="0" y="4596310"/>
            <a:ext cx="9144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1467854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58" r:id="rId14"/>
    <p:sldLayoutId id="2147483659" r:id="rId15"/>
  </p:sldLayoutIdLst>
  <p:hf sldNum="0" ftr="0" dt="0"/>
  <p:txStyles>
    <p:titleStyle>
      <a:lvl1pPr algn="l" defTabSz="685800" rtl="0" eaLnBrk="1" latinLnBrk="0" hangingPunct="1">
        <a:lnSpc>
          <a:spcPct val="90000"/>
        </a:lnSpc>
        <a:spcBef>
          <a:spcPct val="0"/>
        </a:spcBef>
        <a:buNone/>
        <a:defRPr sz="2400" b="0" i="0" kern="1200" cap="all">
          <a:solidFill>
            <a:schemeClr val="tx1"/>
          </a:solidFill>
          <a:effectLst/>
          <a:latin typeface="+mj-lt"/>
          <a:ea typeface="+mj-ea"/>
          <a:cs typeface="+mj-cs"/>
        </a:defRPr>
      </a:lvl1pPr>
    </p:titleStyle>
    <p:bodyStyle>
      <a:lvl1pPr marL="171450" indent="-171450" algn="l" defTabSz="685800" rtl="0" eaLnBrk="1" latinLnBrk="0" hangingPunct="1">
        <a:lnSpc>
          <a:spcPct val="120000"/>
        </a:lnSpc>
        <a:spcBef>
          <a:spcPts val="750"/>
        </a:spcBef>
        <a:buClr>
          <a:schemeClr val="accent1"/>
        </a:buClr>
        <a:buSzPct val="100000"/>
        <a:buFont typeface="Arial" panose="020B0604020202020204" pitchFamily="34" charset="0"/>
        <a:buChar char="•"/>
        <a:defRPr sz="1500" kern="1200">
          <a:solidFill>
            <a:schemeClr val="tx1"/>
          </a:solidFill>
          <a:effectLst/>
          <a:latin typeface="+mn-lt"/>
          <a:ea typeface="+mn-ea"/>
          <a:cs typeface="+mn-cs"/>
        </a:defRPr>
      </a:lvl1pPr>
      <a:lvl2pPr marL="5143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1350" kern="1200" cap="none" baseline="0">
          <a:solidFill>
            <a:schemeClr val="tx1"/>
          </a:solidFill>
          <a:effectLst/>
          <a:latin typeface="+mn-lt"/>
          <a:ea typeface="+mn-ea"/>
          <a:cs typeface="+mn-cs"/>
        </a:defRPr>
      </a:lvl2pPr>
      <a:lvl3pPr marL="8572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3pPr>
      <a:lvl4pPr marL="12001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1050" kern="1200" cap="none" baseline="0">
          <a:solidFill>
            <a:schemeClr val="tx1"/>
          </a:solidFill>
          <a:effectLst/>
          <a:latin typeface="+mn-lt"/>
          <a:ea typeface="+mn-ea"/>
          <a:cs typeface="+mn-cs"/>
        </a:defRPr>
      </a:lvl4pPr>
      <a:lvl5pPr marL="15430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900" kern="1200">
          <a:solidFill>
            <a:schemeClr val="tx1"/>
          </a:solidFill>
          <a:effectLst/>
          <a:latin typeface="+mn-lt"/>
          <a:ea typeface="+mn-ea"/>
          <a:cs typeface="+mn-cs"/>
        </a:defRPr>
      </a:lvl5pPr>
      <a:lvl6pPr marL="18859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900" kern="1200">
          <a:solidFill>
            <a:schemeClr val="tx1"/>
          </a:solidFill>
          <a:effectLst/>
          <a:latin typeface="+mn-lt"/>
          <a:ea typeface="+mn-ea"/>
          <a:cs typeface="+mn-cs"/>
        </a:defRPr>
      </a:lvl6pPr>
      <a:lvl7pPr marL="22288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900" kern="1200">
          <a:solidFill>
            <a:schemeClr val="tx1"/>
          </a:solidFill>
          <a:effectLst/>
          <a:latin typeface="+mn-lt"/>
          <a:ea typeface="+mn-ea"/>
          <a:cs typeface="+mn-cs"/>
        </a:defRPr>
      </a:lvl7pPr>
      <a:lvl8pPr marL="25717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900" kern="1200" baseline="0">
          <a:solidFill>
            <a:schemeClr val="tx1"/>
          </a:solidFill>
          <a:effectLst/>
          <a:latin typeface="+mn-lt"/>
          <a:ea typeface="+mn-ea"/>
          <a:cs typeface="+mn-cs"/>
        </a:defRPr>
      </a:lvl8pPr>
      <a:lvl9pPr marL="29146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900" kern="1200" baseline="0">
          <a:solidFill>
            <a:schemeClr val="tx1"/>
          </a:solidFill>
          <a:effectLst/>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CB18241-6C09-7642-DD09-75A4C2A1FBCC}"/>
              </a:ext>
            </a:extLst>
          </p:cNvPr>
          <p:cNvSpPr>
            <a:spLocks noGrp="1"/>
          </p:cNvSpPr>
          <p:nvPr>
            <p:ph type="ctrTitle"/>
          </p:nvPr>
        </p:nvSpPr>
        <p:spPr/>
        <p:txBody>
          <a:bodyPr/>
          <a:lstStyle/>
          <a:p>
            <a:r>
              <a:rPr lang="en-IN" dirty="0"/>
              <a:t>Receipt and Invoice Digitizer</a:t>
            </a:r>
          </a:p>
        </p:txBody>
      </p:sp>
      <p:sp>
        <p:nvSpPr>
          <p:cNvPr id="3" name="Subtitle 2">
            <a:extLst>
              <a:ext uri="{28786ED6-47F5-49B4-9802-78FC94A10E13}">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A640DE13-C9C2-4AFF-BC70-2C0A67BDDB45}"/>
              </a:ext>
            </a:extLst>
          </p:cNvPr>
          <p:cNvSpPr>
            <a:spLocks noGrp="1"/>
          </p:cNvSpPr>
          <p:nvPr>
            <p:ph type="subTitle" idx="1"/>
          </p:nvPr>
        </p:nvSpPr>
        <p:spPr/>
        <p:txBody>
          <a:bodyPr rtlCol="0"/>
          <a:lstStyle/>
          <a:p>
            <a:r>
              <a:rPr lang="en-US" dirty="0"/>
              <a:t>Milestone 1 Review</a:t>
            </a:r>
          </a:p>
        </p:txBody>
      </p:sp>
    </p:spTree>
    <p:extLst>
      <p:ext uri="{A6AB985B-E506-4086-8075-663AC3B67F28}">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682188098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7">
            <a:extLst>
              <a:ext uri="{EEFD92CC-969E-43C7-BE36-E097586D9401}">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4B8011DA-44B2-4747-949C-0F048E2DCAD3}"/>
              </a:ext>
            </a:extLst>
          </p:cNvPr>
          <p:cNvSpPr>
            <a:spLocks noGrp="1"/>
          </p:cNvSpPr>
          <p:nvPr>
            <p:ph type="title"/>
          </p:nvPr>
        </p:nvSpPr>
        <p:spPr/>
        <p:txBody>
          <a:bodyPr rtlCol="0"/>
          <a:lstStyle/>
          <a:p>
            <a:r>
              <a:rPr lang="en-US" dirty="0"/>
              <a:t>Problem Statement</a:t>
            </a:r>
          </a:p>
        </p:txBody>
      </p:sp>
      <p:sp>
        <p:nvSpPr>
          <p:cNvPr id="3" name="Content Placeholder 2">
            <a:extLst>
              <a:ext uri="{D492715E-CA53-4CDD-9180-724A8202E4C7}">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15F246F1-9508-4565-97D8-99376C78301F}"/>
              </a:ext>
            </a:extLst>
          </p:cNvPr>
          <p:cNvSpPr>
            <a:spLocks noGrp="1"/>
          </p:cNvSpPr>
          <p:nvPr>
            <p:ph idx="1"/>
          </p:nvPr>
        </p:nvSpPr>
        <p:spPr/>
        <p:txBody>
          <a:bodyPr rtlCol="0">
            <a:normAutofit/>
          </a:bodyPr>
          <a:lstStyle/>
          <a:p>
            <a:r>
              <a:rPr lang="en-GB" dirty="0"/>
              <a:t>Businesses and individuals handle numerous paper receipts and invoices, which are prone to loss, errors, and manual entry delays. This project builds a system that automatically scans, extracts, and digitizes information from receipts and invoices using OCR (Optical Character Recognition) and NLP-based field extraction. The digitized data is stored in a structured format, making it easy to search, </a:t>
            </a:r>
            <a:r>
              <a:rPr lang="en-GB" dirty="0" err="1"/>
              <a:t>analyze</a:t>
            </a:r>
            <a:r>
              <a:rPr lang="en-GB" dirty="0"/>
              <a:t>, and integrate with accounting or ERP systems.</a:t>
            </a:r>
          </a:p>
          <a:p>
            <a:r>
              <a:rPr lang="en-GB" dirty="0"/>
              <a:t>There is a strong need for automation in document digitization.</a:t>
            </a:r>
            <a:endParaRPr lang="en-US" dirty="0"/>
          </a:p>
        </p:txBody>
      </p:sp>
    </p:spTree>
    <p:extLst>
      <p:ext uri="{2E689146-AA5B-425C-BD36-6FC56A868002}">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682188098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D22778-0833-C472-25BE-74EF27036D7C}"/>
              </a:ext>
            </a:extLst>
          </p:cNvPr>
          <p:cNvSpPr>
            <a:spLocks noGrp="1"/>
          </p:cNvSpPr>
          <p:nvPr>
            <p:ph type="title"/>
          </p:nvPr>
        </p:nvSpPr>
        <p:spPr/>
        <p:txBody>
          <a:bodyPr/>
          <a:lstStyle/>
          <a:p>
            <a:r>
              <a:rPr lang="en-IN" dirty="0"/>
              <a:t>Motivation</a:t>
            </a:r>
          </a:p>
        </p:txBody>
      </p:sp>
      <p:sp>
        <p:nvSpPr>
          <p:cNvPr id="3" name="Content Placeholder 2">
            <a:extLst>
              <a:ext uri="{FF2B5EF4-FFF2-40B4-BE49-F238E27FC236}">
                <a16:creationId xmlns:a16="http://schemas.microsoft.com/office/drawing/2014/main" id="{182A3FBB-B184-0F5D-598E-A23F36B0AD45}"/>
              </a:ext>
            </a:extLst>
          </p:cNvPr>
          <p:cNvSpPr>
            <a:spLocks noGrp="1"/>
          </p:cNvSpPr>
          <p:nvPr>
            <p:ph idx="1"/>
          </p:nvPr>
        </p:nvSpPr>
        <p:spPr/>
        <p:txBody>
          <a:bodyPr/>
          <a:lstStyle/>
          <a:p>
            <a:pPr>
              <a:buFont typeface="Arial" panose="020B0604020202020204" pitchFamily="34" charset="0"/>
              <a:buChar char="•"/>
            </a:pPr>
            <a:r>
              <a:rPr lang="en-GB" dirty="0"/>
              <a:t>Growing volume of digital and scanned invoices</a:t>
            </a:r>
          </a:p>
          <a:p>
            <a:pPr>
              <a:buFont typeface="Arial" panose="020B0604020202020204" pitchFamily="34" charset="0"/>
              <a:buChar char="•"/>
            </a:pPr>
            <a:r>
              <a:rPr lang="en-GB" dirty="0"/>
              <a:t>Manual bookkeeping affects productivity</a:t>
            </a:r>
          </a:p>
          <a:p>
            <a:pPr>
              <a:buFont typeface="Arial" panose="020B0604020202020204" pitchFamily="34" charset="0"/>
              <a:buChar char="•"/>
            </a:pPr>
            <a:r>
              <a:rPr lang="en-GB" dirty="0"/>
              <a:t>Errors in financial data can cause losses</a:t>
            </a:r>
          </a:p>
          <a:p>
            <a:pPr>
              <a:buFont typeface="Arial" panose="020B0604020202020204" pitchFamily="34" charset="0"/>
              <a:buChar char="•"/>
            </a:pPr>
            <a:r>
              <a:rPr lang="en-GB" dirty="0"/>
              <a:t>Automation improves accuracy and speed</a:t>
            </a:r>
          </a:p>
          <a:p>
            <a:pPr>
              <a:buNone/>
            </a:pPr>
            <a:r>
              <a:rPr lang="en-GB" b="1" dirty="0"/>
              <a:t>OCR-based solutions enable faster and reliable financial processing.</a:t>
            </a:r>
            <a:endParaRPr lang="en-GB" dirty="0"/>
          </a:p>
          <a:p>
            <a:endParaRPr lang="en-IN" dirty="0"/>
          </a:p>
        </p:txBody>
      </p:sp>
    </p:spTree>
    <p:extLst>
      <p:ext uri="{BB962C8B-B14F-4D97-AF65-F5344CB8AC3E}">
        <p14:creationId xmlns:p14="http://schemas.microsoft.com/office/powerpoint/2010/main" val="40335579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7">
            <a:extLst>
              <a:ext uri="{D25C4A69-FAA0-402D-9C43-632632E435BC}">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5782B94A-F2FA-43D2-8618-8DCB8A4ABFC2}"/>
              </a:ext>
            </a:extLst>
          </p:cNvPr>
          <p:cNvSpPr>
            <a:spLocks noGrp="1"/>
          </p:cNvSpPr>
          <p:nvPr>
            <p:ph type="title"/>
          </p:nvPr>
        </p:nvSpPr>
        <p:spPr/>
        <p:txBody>
          <a:bodyPr rtlCol="0"/>
          <a:lstStyle/>
          <a:p>
            <a:r>
              <a:rPr lang="en-US" dirty="0"/>
              <a:t>Objective of Milestone 1</a:t>
            </a:r>
          </a:p>
        </p:txBody>
      </p:sp>
      <p:sp>
        <p:nvSpPr>
          <p:cNvPr id="3" name="Content Placeholder 2">
            <a:extLst>
              <a:ext uri="{A8C4EB47-DB3B-4013-905A-BDBE6DD63076}">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139CCF0F-50C0-40F5-8C6E-60E098AEDD7A}"/>
              </a:ext>
            </a:extLst>
          </p:cNvPr>
          <p:cNvSpPr>
            <a:spLocks noGrp="1"/>
          </p:cNvSpPr>
          <p:nvPr>
            <p:ph idx="1"/>
          </p:nvPr>
        </p:nvSpPr>
        <p:spPr/>
        <p:txBody>
          <a:bodyPr rtlCol="0">
            <a:normAutofit/>
          </a:bodyPr>
          <a:lstStyle/>
          <a:p>
            <a:r>
              <a:rPr lang="en-GB" dirty="0"/>
              <a:t>Document Ingestion &amp; OCR</a:t>
            </a:r>
          </a:p>
          <a:p>
            <a:r>
              <a:rPr lang="en-GB" dirty="0"/>
              <a:t>Implement file upload. </a:t>
            </a:r>
          </a:p>
          <a:p>
            <a:r>
              <a:rPr lang="en-GB" dirty="0"/>
              <a:t>Preprocess images for OCR. </a:t>
            </a:r>
          </a:p>
          <a:p>
            <a:r>
              <a:rPr lang="en-GB" dirty="0"/>
              <a:t>Extract raw text from sample receipts.</a:t>
            </a:r>
            <a:endParaRPr lang="en-US" dirty="0"/>
          </a:p>
        </p:txBody>
      </p:sp>
    </p:spTree>
    <p:extLst>
      <p:ext uri="{95C8B34A-5B1B-4922-9A20-2AF40E72D5B8}">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682188098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59EC6F-DDAE-8073-D6F3-295886C2C47D}"/>
              </a:ext>
            </a:extLst>
          </p:cNvPr>
          <p:cNvSpPr>
            <a:spLocks noGrp="1"/>
          </p:cNvSpPr>
          <p:nvPr>
            <p:ph type="title"/>
          </p:nvPr>
        </p:nvSpPr>
        <p:spPr/>
        <p:txBody>
          <a:bodyPr/>
          <a:lstStyle/>
          <a:p>
            <a:r>
              <a:rPr lang="en-IN" dirty="0"/>
              <a:t>Supported Input Formats</a:t>
            </a:r>
          </a:p>
        </p:txBody>
      </p:sp>
      <p:sp>
        <p:nvSpPr>
          <p:cNvPr id="3" name="Content Placeholder 2">
            <a:extLst>
              <a:ext uri="{FF2B5EF4-FFF2-40B4-BE49-F238E27FC236}">
                <a16:creationId xmlns:a16="http://schemas.microsoft.com/office/drawing/2014/main" id="{196A4EF4-3FE1-5732-2FBC-D72CA90F5A85}"/>
              </a:ext>
            </a:extLst>
          </p:cNvPr>
          <p:cNvSpPr>
            <a:spLocks noGrp="1"/>
          </p:cNvSpPr>
          <p:nvPr>
            <p:ph idx="1"/>
          </p:nvPr>
        </p:nvSpPr>
        <p:spPr/>
        <p:txBody>
          <a:bodyPr/>
          <a:lstStyle/>
          <a:p>
            <a:r>
              <a:rPr lang="en-GB" dirty="0"/>
              <a:t>The system supports:</a:t>
            </a:r>
          </a:p>
          <a:p>
            <a:r>
              <a:rPr lang="en-GB" b="1" dirty="0"/>
              <a:t>Image files:</a:t>
            </a:r>
            <a:r>
              <a:rPr lang="en-GB" dirty="0"/>
              <a:t> JPG, JPEG, PNG</a:t>
            </a:r>
          </a:p>
          <a:p>
            <a:r>
              <a:rPr lang="en-GB" b="1" dirty="0"/>
              <a:t>PDF files:</a:t>
            </a:r>
            <a:r>
              <a:rPr lang="en-GB" dirty="0"/>
              <a:t> Single-page and multi-page invoices</a:t>
            </a:r>
          </a:p>
          <a:p>
            <a:r>
              <a:rPr lang="en-GB" dirty="0"/>
              <a:t>PDFs are converted into images to maintain a </a:t>
            </a:r>
            <a:r>
              <a:rPr lang="en-GB" b="1" dirty="0"/>
              <a:t>uniform OCR pipeline</a:t>
            </a:r>
            <a:r>
              <a:rPr lang="en-GB" dirty="0"/>
              <a:t>.</a:t>
            </a:r>
          </a:p>
          <a:p>
            <a:endParaRPr lang="en-IN" dirty="0"/>
          </a:p>
        </p:txBody>
      </p:sp>
    </p:spTree>
    <p:extLst>
      <p:ext uri="{BB962C8B-B14F-4D97-AF65-F5344CB8AC3E}">
        <p14:creationId xmlns:p14="http://schemas.microsoft.com/office/powerpoint/2010/main" val="12630158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BC931-B6C9-0D26-B947-F211AFC97D01}"/>
              </a:ext>
            </a:extLst>
          </p:cNvPr>
          <p:cNvSpPr>
            <a:spLocks noGrp="1"/>
          </p:cNvSpPr>
          <p:nvPr>
            <p:ph type="title"/>
          </p:nvPr>
        </p:nvSpPr>
        <p:spPr/>
        <p:txBody>
          <a:bodyPr/>
          <a:lstStyle/>
          <a:p>
            <a:r>
              <a:rPr lang="en-IN" dirty="0"/>
              <a:t>System Architecture Overview</a:t>
            </a:r>
          </a:p>
        </p:txBody>
      </p:sp>
      <p:sp>
        <p:nvSpPr>
          <p:cNvPr id="3" name="Content Placeholder 2">
            <a:extLst>
              <a:ext uri="{FF2B5EF4-FFF2-40B4-BE49-F238E27FC236}">
                <a16:creationId xmlns:a16="http://schemas.microsoft.com/office/drawing/2014/main" id="{87F42D11-09F7-54E6-AC66-6638935FD121}"/>
              </a:ext>
            </a:extLst>
          </p:cNvPr>
          <p:cNvSpPr>
            <a:spLocks noGrp="1"/>
          </p:cNvSpPr>
          <p:nvPr>
            <p:ph idx="1"/>
          </p:nvPr>
        </p:nvSpPr>
        <p:spPr/>
        <p:txBody>
          <a:bodyPr>
            <a:normAutofit lnSpcReduction="10000"/>
          </a:bodyPr>
          <a:lstStyle/>
          <a:p>
            <a:pPr>
              <a:buNone/>
            </a:pPr>
            <a:r>
              <a:rPr lang="en-IN" b="1" dirty="0"/>
              <a:t>Workflow:</a:t>
            </a:r>
            <a:endParaRPr lang="en-IN" dirty="0"/>
          </a:p>
          <a:p>
            <a:pPr>
              <a:buFont typeface="+mj-lt"/>
              <a:buAutoNum type="arabicPeriod"/>
            </a:pPr>
            <a:r>
              <a:rPr lang="en-IN" dirty="0"/>
              <a:t>User uploads invoice/receipt</a:t>
            </a:r>
          </a:p>
          <a:p>
            <a:pPr>
              <a:buFont typeface="+mj-lt"/>
              <a:buAutoNum type="arabicPeriod"/>
            </a:pPr>
            <a:r>
              <a:rPr lang="en-IN" dirty="0"/>
              <a:t>PDF → Image conversion (if required)</a:t>
            </a:r>
          </a:p>
          <a:p>
            <a:pPr>
              <a:buFont typeface="+mj-lt"/>
              <a:buAutoNum type="arabicPeriod"/>
            </a:pPr>
            <a:r>
              <a:rPr lang="en-IN" dirty="0"/>
              <a:t>Image preprocessing using OpenCV</a:t>
            </a:r>
          </a:p>
          <a:p>
            <a:pPr>
              <a:buFont typeface="+mj-lt"/>
              <a:buAutoNum type="arabicPeriod"/>
            </a:pPr>
            <a:r>
              <a:rPr lang="en-IN" dirty="0"/>
              <a:t>Text extraction using Tesseract OCR</a:t>
            </a:r>
          </a:p>
          <a:p>
            <a:pPr>
              <a:buFont typeface="+mj-lt"/>
              <a:buAutoNum type="arabicPeriod"/>
            </a:pPr>
            <a:r>
              <a:rPr lang="en-IN" dirty="0"/>
              <a:t>Display output via </a:t>
            </a:r>
            <a:r>
              <a:rPr lang="en-IN" dirty="0" err="1"/>
              <a:t>Streamlit</a:t>
            </a:r>
            <a:r>
              <a:rPr lang="en-IN" dirty="0"/>
              <a:t> interface</a:t>
            </a:r>
          </a:p>
          <a:p>
            <a:pPr>
              <a:buNone/>
            </a:pPr>
            <a:r>
              <a:rPr lang="en-IN" dirty="0"/>
              <a:t>The architecture is </a:t>
            </a:r>
            <a:r>
              <a:rPr lang="en-IN" b="1" dirty="0"/>
              <a:t>modular, scalable, and maintainable</a:t>
            </a:r>
            <a:r>
              <a:rPr lang="en-IN" dirty="0"/>
              <a:t>.</a:t>
            </a:r>
          </a:p>
          <a:p>
            <a:endParaRPr lang="en-IN" dirty="0"/>
          </a:p>
        </p:txBody>
      </p:sp>
    </p:spTree>
    <p:extLst>
      <p:ext uri="{BB962C8B-B14F-4D97-AF65-F5344CB8AC3E}">
        <p14:creationId xmlns:p14="http://schemas.microsoft.com/office/powerpoint/2010/main" val="930879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2">
            <a:extLst>
              <a:ext uri="{A7200452-BC06-42C3-A452-2F5976C3B574}">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ABE0094C-668F-47ED-81F5-4BFADC1EFBBA}"/>
              </a:ext>
            </a:extLst>
          </p:cNvPr>
          <p:cNvSpPr>
            <a:spLocks noGrp="1"/>
          </p:cNvSpPr>
          <p:nvPr>
            <p:ph type="body"/>
          </p:nvPr>
        </p:nvSpPr>
        <p:spPr/>
        <p:txBody>
          <a:bodyPr rtlCol="0">
            <a:normAutofit/>
          </a:bodyPr>
          <a:lstStyle/>
          <a:p>
            <a:r>
              <a:rPr lang="en-US" dirty="0"/>
              <a:t>Challenges in Raw Image Quality</a:t>
            </a:r>
          </a:p>
        </p:txBody>
      </p:sp>
      <p:sp>
        <p:nvSpPr>
          <p:cNvPr id="3" name="Text Placeholder 4">
            <a:extLst>
              <a:ext uri="{38F7DAE2-E0BF-4378-A685-84594E981866}">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E7D059A4-DC35-42D1-BAE0-189E4F3578BC}"/>
              </a:ext>
            </a:extLst>
          </p:cNvPr>
          <p:cNvSpPr>
            <a:spLocks noGrp="1"/>
          </p:cNvSpPr>
          <p:nvPr>
            <p:ph type="body" idx="1"/>
          </p:nvPr>
        </p:nvSpPr>
        <p:spPr/>
        <p:txBody>
          <a:bodyPr rtlCol="0">
            <a:normAutofit/>
          </a:bodyPr>
          <a:lstStyle/>
          <a:p>
            <a:r>
              <a:rPr lang="en-US" dirty="0"/>
              <a:t>Handling PDF Documents</a:t>
            </a:r>
          </a:p>
        </p:txBody>
      </p:sp>
      <p:sp>
        <p:nvSpPr>
          <p:cNvPr id="4" name="Content Placeholder 2">
            <a:extLst>
              <a:ext uri="{66ED0A8E-F6D6-4773-BC35-E2F4534A8593}">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62B27131-9166-4B10-866C-9B56C167702B}"/>
              </a:ext>
            </a:extLst>
          </p:cNvPr>
          <p:cNvSpPr>
            <a:spLocks noGrp="1"/>
          </p:cNvSpPr>
          <p:nvPr>
            <p:ph idx="2"/>
          </p:nvPr>
        </p:nvSpPr>
        <p:spPr/>
        <p:txBody>
          <a:bodyPr rtlCol="0">
            <a:normAutofit/>
          </a:bodyPr>
          <a:lstStyle/>
          <a:p>
            <a:r>
              <a:rPr lang="en-US" dirty="0"/>
              <a:t>Image-based invoices are often scanned at low resolution or with poor lighting, leading to degraded text quality and OCR inaccuracies.</a:t>
            </a:r>
          </a:p>
          <a:p>
            <a:r>
              <a:rPr lang="en-US" dirty="0"/>
              <a:t>Preprocessing steps such as noise reduction, contrast enhancement, and </a:t>
            </a:r>
            <a:r>
              <a:rPr lang="en-US" dirty="0" err="1"/>
              <a:t>binarization</a:t>
            </a:r>
            <a:r>
              <a:rPr lang="en-US" dirty="0"/>
              <a:t> are essential to improve text readability.</a:t>
            </a:r>
          </a:p>
        </p:txBody>
      </p:sp>
      <p:sp>
        <p:nvSpPr>
          <p:cNvPr id="5" name="Title 1">
            <a:extLst>
              <a:ext uri="{701BF574-A310-4860-B024-624141504A7D}">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55D42F15-ED1A-4D46-8346-9CE4A9A47214}"/>
              </a:ext>
            </a:extLst>
          </p:cNvPr>
          <p:cNvSpPr>
            <a:spLocks noGrp="1"/>
          </p:cNvSpPr>
          <p:nvPr>
            <p:ph type="title" idx="3"/>
          </p:nvPr>
        </p:nvSpPr>
        <p:spPr/>
        <p:txBody>
          <a:bodyPr rtlCol="0"/>
          <a:lstStyle/>
          <a:p>
            <a:r>
              <a:rPr lang="en-US" dirty="0"/>
              <a:t>Image and PDF Input Considerations</a:t>
            </a:r>
          </a:p>
        </p:txBody>
      </p:sp>
      <p:sp>
        <p:nvSpPr>
          <p:cNvPr id="6" name="Content Placeholder 2">
            <a:extLst>
              <a:ext uri="{26EC264C-FD5E-4D30-BC91-8C60103FEEAC}">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48E57C9D-113F-4E8C-935D-DA7C79367917}"/>
              </a:ext>
            </a:extLst>
          </p:cNvPr>
          <p:cNvSpPr>
            <a:spLocks noGrp="1"/>
          </p:cNvSpPr>
          <p:nvPr>
            <p:ph idx="4"/>
          </p:nvPr>
        </p:nvSpPr>
        <p:spPr/>
        <p:txBody>
          <a:bodyPr rtlCol="0">
            <a:normAutofit/>
          </a:bodyPr>
          <a:lstStyle/>
          <a:p>
            <a:r>
              <a:rPr lang="en-US" dirty="0"/>
              <a:t>PDF invoices may contain multiple pages or complex layouts with tables and headers.</a:t>
            </a:r>
          </a:p>
          <a:p>
            <a:r>
              <a:rPr lang="en-US" dirty="0"/>
              <a:t>We use pdf2image to convert PDFs into individual image pages for consistent processing.</a:t>
            </a:r>
          </a:p>
        </p:txBody>
      </p:sp>
    </p:spTree>
    <p:extLst>
      <p:ext uri="{3498F6D2-4627-4553-BC78-04F60D1F365F}">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682188098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2">
            <a:extLst>
              <a:ext uri="{E63CE4AD-06CC-4E94-96C3-A2BC549EABAA}">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B47CF756-82B7-43C5-A05B-9205397797E1}"/>
              </a:ext>
            </a:extLst>
          </p:cNvPr>
          <p:cNvSpPr>
            <a:spLocks noGrp="1"/>
          </p:cNvSpPr>
          <p:nvPr>
            <p:ph type="body"/>
          </p:nvPr>
        </p:nvSpPr>
        <p:spPr/>
        <p:txBody>
          <a:bodyPr rtlCol="0">
            <a:normAutofit/>
          </a:bodyPr>
          <a:lstStyle/>
          <a:p>
            <a:r>
              <a:rPr lang="en-US" dirty="0"/>
              <a:t>System Architecture and Workflow</a:t>
            </a:r>
          </a:p>
        </p:txBody>
      </p:sp>
      <p:sp>
        <p:nvSpPr>
          <p:cNvPr id="3" name="Title 1">
            <a:extLst>
              <a:ext uri="{47F8D0F5-978E-4736-85E7-E8CB1CC8B09D}">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4BD345D2-6ED6-4038-83CC-76DAC613BF23}"/>
              </a:ext>
            </a:extLst>
          </p:cNvPr>
          <p:cNvSpPr>
            <a:spLocks noGrp="1"/>
          </p:cNvSpPr>
          <p:nvPr>
            <p:ph type="title" idx="1"/>
          </p:nvPr>
        </p:nvSpPr>
        <p:spPr/>
        <p:txBody>
          <a:bodyPr rtlCol="0">
            <a:normAutofit fontScale="90000"/>
          </a:bodyPr>
          <a:lstStyle/>
          <a:p>
            <a:r>
              <a:rPr lang="en-US" dirty="0"/>
              <a:t>End-to-End Processing Pipeline</a:t>
            </a:r>
          </a:p>
        </p:txBody>
      </p:sp>
    </p:spTree>
    <p:extLst>
      <p:ext uri="{E7719319-65A0-46EA-9446-449AD182B6EC}">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682188098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7">
            <a:extLst>
              <a:ext uri="{21822125-10AB-4314-9042-941C710DAE42}">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EF4C78C3-FF1D-4A24-BED4-01D8CDABA68C}"/>
              </a:ext>
            </a:extLst>
          </p:cNvPr>
          <p:cNvSpPr>
            <a:spLocks noGrp="1"/>
          </p:cNvSpPr>
          <p:nvPr>
            <p:ph type="title"/>
          </p:nvPr>
        </p:nvSpPr>
        <p:spPr/>
        <p:txBody>
          <a:bodyPr rtlCol="0"/>
          <a:lstStyle/>
          <a:p>
            <a:r>
              <a:rPr lang="en-US" dirty="0"/>
              <a:t>System Architecture and Workflow</a:t>
            </a:r>
          </a:p>
        </p:txBody>
      </p:sp>
      <p:sp>
        <p:nvSpPr>
          <p:cNvPr id="3" name="Content Placeholder 2">
            <a:extLst>
              <a:ext uri="{17CD082A-9DD6-45FD-A207-2A83A4D3146F}">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237D4FDF-0065-4EF6-AF49-D61C003A258E}"/>
              </a:ext>
            </a:extLst>
          </p:cNvPr>
          <p:cNvSpPr>
            <a:spLocks noGrp="1"/>
          </p:cNvSpPr>
          <p:nvPr>
            <p:ph idx="1"/>
          </p:nvPr>
        </p:nvSpPr>
        <p:spPr/>
        <p:txBody>
          <a:bodyPr rtlCol="0">
            <a:normAutofit/>
          </a:bodyPr>
          <a:lstStyle/>
          <a:p>
            <a:r>
              <a:rPr lang="en-US" dirty="0"/>
              <a:t>The system follows a modular workflow: user uploads an image → applies preprocessing → performs OCR using Tesseract → extracts structured data → displays results in a clean interface via </a:t>
            </a:r>
            <a:r>
              <a:rPr lang="en-US" dirty="0" err="1"/>
              <a:t>Streamlit</a:t>
            </a:r>
            <a:r>
              <a:rPr lang="en-US" dirty="0"/>
              <a:t>. The architecture is designed for scalability, with clear separation between input handling, image processing, OCR, and output display. This ensures maintainability and ease of debugging during development.</a:t>
            </a:r>
          </a:p>
        </p:txBody>
      </p:sp>
    </p:spTree>
    <p:extLst>
      <p:ext uri="{F3CCAF03-B9DA-4334-8129-9A0059BF0DD2}">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682188098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7">
            <a:extLst>
              <a:ext uri="{E6A5EB43-7949-4628-9715-3DB562B5D40D}">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A178CCA6-D9C2-4B55-BE82-AAC49875B5E8}"/>
              </a:ext>
            </a:extLst>
          </p:cNvPr>
          <p:cNvSpPr>
            <a:spLocks noGrp="1"/>
          </p:cNvSpPr>
          <p:nvPr>
            <p:ph type="title"/>
          </p:nvPr>
        </p:nvSpPr>
        <p:spPr/>
        <p:txBody>
          <a:bodyPr rtlCol="0"/>
          <a:lstStyle/>
          <a:p>
            <a:r>
              <a:rPr lang="en-US" dirty="0"/>
              <a:t>Technologies Used</a:t>
            </a:r>
          </a:p>
        </p:txBody>
      </p:sp>
      <p:graphicFrame>
        <p:nvGraphicFramePr>
          <p:cNvPr id="7" name="Content Placeholder 6">
            <a:extLst>
              <a:ext uri="{FF2B5EF4-FFF2-40B4-BE49-F238E27FC236}">
                <a16:creationId xmlns:a16="http://schemas.microsoft.com/office/drawing/2014/main" id="{DA662363-DF63-843F-244D-BD666CE26C4C}"/>
              </a:ext>
            </a:extLst>
          </p:cNvPr>
          <p:cNvGraphicFramePr>
            <a:graphicFrameLocks noGrp="1"/>
          </p:cNvGraphicFramePr>
          <p:nvPr>
            <p:ph idx="1"/>
            <p:extLst>
              <p:ext uri="{D42A27DB-BD31-4B8C-83A1-F6EECF244321}">
                <p14:modId xmlns:p14="http://schemas.microsoft.com/office/powerpoint/2010/main" val="2462412762"/>
              </p:ext>
            </p:extLst>
          </p:nvPr>
        </p:nvGraphicFramePr>
        <p:xfrm>
          <a:off x="1088685" y="1680210"/>
          <a:ext cx="7202488" cy="1783080"/>
        </p:xfrm>
        <a:graphic>
          <a:graphicData uri="http://schemas.openxmlformats.org/drawingml/2006/table">
            <a:tbl>
              <a:tblPr/>
              <a:tblGrid>
                <a:gridCol w="3601244">
                  <a:extLst>
                    <a:ext uri="{9D8B030D-6E8A-4147-A177-3AD203B41FA5}">
                      <a16:colId xmlns:a16="http://schemas.microsoft.com/office/drawing/2014/main" val="2834136641"/>
                    </a:ext>
                  </a:extLst>
                </a:gridCol>
                <a:gridCol w="3601244">
                  <a:extLst>
                    <a:ext uri="{9D8B030D-6E8A-4147-A177-3AD203B41FA5}">
                      <a16:colId xmlns:a16="http://schemas.microsoft.com/office/drawing/2014/main" val="2629367458"/>
                    </a:ext>
                  </a:extLst>
                </a:gridCol>
              </a:tblGrid>
              <a:tr h="0">
                <a:tc>
                  <a:txBody>
                    <a:bodyPr/>
                    <a:lstStyle/>
                    <a:p>
                      <a:pPr>
                        <a:buNone/>
                      </a:pPr>
                      <a:r>
                        <a:rPr lang="en-IN" b="1" dirty="0">
                          <a:highlight>
                            <a:srgbClr val="FFFF00"/>
                          </a:highlight>
                        </a:rPr>
                        <a:t>Component</a:t>
                      </a:r>
                    </a:p>
                  </a:txBody>
                  <a:tcPr anchor="ctr">
                    <a:lnL>
                      <a:noFill/>
                    </a:lnL>
                    <a:lnR>
                      <a:noFill/>
                    </a:lnR>
                    <a:lnT>
                      <a:noFill/>
                    </a:lnT>
                    <a:lnB>
                      <a:noFill/>
                    </a:lnB>
                    <a:noFill/>
                  </a:tcPr>
                </a:tc>
                <a:tc>
                  <a:txBody>
                    <a:bodyPr/>
                    <a:lstStyle/>
                    <a:p>
                      <a:pPr>
                        <a:buNone/>
                      </a:pPr>
                      <a:r>
                        <a:rPr lang="en-IN" b="1" dirty="0">
                          <a:highlight>
                            <a:srgbClr val="FFFF00"/>
                          </a:highlight>
                        </a:rPr>
                        <a:t>Technology</a:t>
                      </a:r>
                    </a:p>
                  </a:txBody>
                  <a:tcPr anchor="ctr">
                    <a:lnL>
                      <a:noFill/>
                    </a:lnL>
                    <a:lnR>
                      <a:noFill/>
                    </a:lnR>
                    <a:lnT>
                      <a:noFill/>
                    </a:lnT>
                    <a:lnB>
                      <a:noFill/>
                    </a:lnB>
                    <a:noFill/>
                  </a:tcPr>
                </a:tc>
                <a:extLst>
                  <a:ext uri="{0D108BD9-81ED-4DB2-BD59-A6C34878D82A}">
                    <a16:rowId xmlns:a16="http://schemas.microsoft.com/office/drawing/2014/main" val="2947427760"/>
                  </a:ext>
                </a:extLst>
              </a:tr>
              <a:tr h="0">
                <a:tc>
                  <a:txBody>
                    <a:bodyPr/>
                    <a:lstStyle/>
                    <a:p>
                      <a:pPr>
                        <a:buNone/>
                      </a:pPr>
                      <a:r>
                        <a:rPr lang="en-IN"/>
                        <a:t>Frontend</a:t>
                      </a:r>
                    </a:p>
                  </a:txBody>
                  <a:tcPr anchor="ctr">
                    <a:lnL>
                      <a:noFill/>
                    </a:lnL>
                    <a:lnR>
                      <a:noFill/>
                    </a:lnR>
                    <a:lnT>
                      <a:noFill/>
                    </a:lnT>
                    <a:lnB>
                      <a:noFill/>
                    </a:lnB>
                    <a:noFill/>
                  </a:tcPr>
                </a:tc>
                <a:tc>
                  <a:txBody>
                    <a:bodyPr/>
                    <a:lstStyle/>
                    <a:p>
                      <a:pPr>
                        <a:buNone/>
                      </a:pPr>
                      <a:r>
                        <a:rPr lang="en-IN"/>
                        <a:t>Streamlit</a:t>
                      </a:r>
                    </a:p>
                  </a:txBody>
                  <a:tcPr anchor="ctr">
                    <a:lnL>
                      <a:noFill/>
                    </a:lnL>
                    <a:lnR>
                      <a:noFill/>
                    </a:lnR>
                    <a:lnT>
                      <a:noFill/>
                    </a:lnT>
                    <a:lnB>
                      <a:noFill/>
                    </a:lnB>
                    <a:noFill/>
                  </a:tcPr>
                </a:tc>
                <a:extLst>
                  <a:ext uri="{0D108BD9-81ED-4DB2-BD59-A6C34878D82A}">
                    <a16:rowId xmlns:a16="http://schemas.microsoft.com/office/drawing/2014/main" val="2405888639"/>
                  </a:ext>
                </a:extLst>
              </a:tr>
              <a:tr h="0">
                <a:tc>
                  <a:txBody>
                    <a:bodyPr/>
                    <a:lstStyle/>
                    <a:p>
                      <a:pPr>
                        <a:buNone/>
                      </a:pPr>
                      <a:r>
                        <a:rPr lang="en-IN"/>
                        <a:t>OCR Engine</a:t>
                      </a:r>
                    </a:p>
                  </a:txBody>
                  <a:tcPr anchor="ctr">
                    <a:lnL>
                      <a:noFill/>
                    </a:lnL>
                    <a:lnR>
                      <a:noFill/>
                    </a:lnR>
                    <a:lnT>
                      <a:noFill/>
                    </a:lnT>
                    <a:lnB>
                      <a:noFill/>
                    </a:lnB>
                    <a:noFill/>
                  </a:tcPr>
                </a:tc>
                <a:tc>
                  <a:txBody>
                    <a:bodyPr/>
                    <a:lstStyle/>
                    <a:p>
                      <a:pPr>
                        <a:buNone/>
                      </a:pPr>
                      <a:r>
                        <a:rPr lang="en-IN"/>
                        <a:t>Tesseract OCR</a:t>
                      </a:r>
                    </a:p>
                  </a:txBody>
                  <a:tcPr anchor="ctr">
                    <a:lnL>
                      <a:noFill/>
                    </a:lnL>
                    <a:lnR>
                      <a:noFill/>
                    </a:lnR>
                    <a:lnT>
                      <a:noFill/>
                    </a:lnT>
                    <a:lnB>
                      <a:noFill/>
                    </a:lnB>
                    <a:noFill/>
                  </a:tcPr>
                </a:tc>
                <a:extLst>
                  <a:ext uri="{0D108BD9-81ED-4DB2-BD59-A6C34878D82A}">
                    <a16:rowId xmlns:a16="http://schemas.microsoft.com/office/drawing/2014/main" val="613781863"/>
                  </a:ext>
                </a:extLst>
              </a:tr>
              <a:tr h="0">
                <a:tc>
                  <a:txBody>
                    <a:bodyPr/>
                    <a:lstStyle/>
                    <a:p>
                      <a:pPr>
                        <a:buNone/>
                      </a:pPr>
                      <a:r>
                        <a:rPr lang="en-IN"/>
                        <a:t>Image Processing</a:t>
                      </a:r>
                    </a:p>
                  </a:txBody>
                  <a:tcPr anchor="ctr">
                    <a:lnL>
                      <a:noFill/>
                    </a:lnL>
                    <a:lnR>
                      <a:noFill/>
                    </a:lnR>
                    <a:lnT>
                      <a:noFill/>
                    </a:lnT>
                    <a:lnB>
                      <a:noFill/>
                    </a:lnB>
                    <a:noFill/>
                  </a:tcPr>
                </a:tc>
                <a:tc>
                  <a:txBody>
                    <a:bodyPr/>
                    <a:lstStyle/>
                    <a:p>
                      <a:pPr>
                        <a:buNone/>
                      </a:pPr>
                      <a:r>
                        <a:rPr lang="en-IN"/>
                        <a:t>OpenCV</a:t>
                      </a:r>
                    </a:p>
                  </a:txBody>
                  <a:tcPr anchor="ctr">
                    <a:lnL>
                      <a:noFill/>
                    </a:lnL>
                    <a:lnR>
                      <a:noFill/>
                    </a:lnR>
                    <a:lnT>
                      <a:noFill/>
                    </a:lnT>
                    <a:lnB>
                      <a:noFill/>
                    </a:lnB>
                    <a:noFill/>
                  </a:tcPr>
                </a:tc>
                <a:extLst>
                  <a:ext uri="{0D108BD9-81ED-4DB2-BD59-A6C34878D82A}">
                    <a16:rowId xmlns:a16="http://schemas.microsoft.com/office/drawing/2014/main" val="4111160539"/>
                  </a:ext>
                </a:extLst>
              </a:tr>
              <a:tr h="0">
                <a:tc>
                  <a:txBody>
                    <a:bodyPr/>
                    <a:lstStyle/>
                    <a:p>
                      <a:pPr>
                        <a:buNone/>
                      </a:pPr>
                      <a:r>
                        <a:rPr lang="en-IN"/>
                        <a:t>PDF Processing</a:t>
                      </a:r>
                    </a:p>
                  </a:txBody>
                  <a:tcPr anchor="ctr">
                    <a:lnL>
                      <a:noFill/>
                    </a:lnL>
                    <a:lnR>
                      <a:noFill/>
                    </a:lnR>
                    <a:lnT>
                      <a:noFill/>
                    </a:lnT>
                    <a:lnB>
                      <a:noFill/>
                    </a:lnB>
                    <a:noFill/>
                  </a:tcPr>
                </a:tc>
                <a:tc>
                  <a:txBody>
                    <a:bodyPr/>
                    <a:lstStyle/>
                    <a:p>
                      <a:pPr>
                        <a:buNone/>
                      </a:pPr>
                      <a:r>
                        <a:rPr lang="en-IN"/>
                        <a:t>pdf2image + Poppler</a:t>
                      </a:r>
                    </a:p>
                  </a:txBody>
                  <a:tcPr anchor="ctr">
                    <a:lnL>
                      <a:noFill/>
                    </a:lnL>
                    <a:lnR>
                      <a:noFill/>
                    </a:lnR>
                    <a:lnT>
                      <a:noFill/>
                    </a:lnT>
                    <a:lnB>
                      <a:noFill/>
                    </a:lnB>
                    <a:noFill/>
                  </a:tcPr>
                </a:tc>
                <a:extLst>
                  <a:ext uri="{0D108BD9-81ED-4DB2-BD59-A6C34878D82A}">
                    <a16:rowId xmlns:a16="http://schemas.microsoft.com/office/drawing/2014/main" val="1224235482"/>
                  </a:ext>
                </a:extLst>
              </a:tr>
              <a:tr h="0">
                <a:tc>
                  <a:txBody>
                    <a:bodyPr/>
                    <a:lstStyle/>
                    <a:p>
                      <a:pPr>
                        <a:buNone/>
                      </a:pPr>
                      <a:r>
                        <a:rPr lang="en-IN"/>
                        <a:t>Language</a:t>
                      </a:r>
                    </a:p>
                  </a:txBody>
                  <a:tcPr anchor="ctr">
                    <a:lnL>
                      <a:noFill/>
                    </a:lnL>
                    <a:lnR>
                      <a:noFill/>
                    </a:lnR>
                    <a:lnT>
                      <a:noFill/>
                    </a:lnT>
                    <a:lnB>
                      <a:noFill/>
                    </a:lnB>
                    <a:noFill/>
                  </a:tcPr>
                </a:tc>
                <a:tc>
                  <a:txBody>
                    <a:bodyPr/>
                    <a:lstStyle/>
                    <a:p>
                      <a:pPr>
                        <a:buNone/>
                      </a:pPr>
                      <a:r>
                        <a:rPr lang="en-IN" dirty="0"/>
                        <a:t>Python</a:t>
                      </a:r>
                    </a:p>
                  </a:txBody>
                  <a:tcPr anchor="ctr">
                    <a:lnL>
                      <a:noFill/>
                    </a:lnL>
                    <a:lnR>
                      <a:noFill/>
                    </a:lnR>
                    <a:lnT>
                      <a:noFill/>
                    </a:lnT>
                    <a:lnB>
                      <a:noFill/>
                    </a:lnB>
                    <a:noFill/>
                  </a:tcPr>
                </a:tc>
                <a:extLst>
                  <a:ext uri="{0D108BD9-81ED-4DB2-BD59-A6C34878D82A}">
                    <a16:rowId xmlns:a16="http://schemas.microsoft.com/office/drawing/2014/main" val="2539451071"/>
                  </a:ext>
                </a:extLst>
              </a:tr>
            </a:tbl>
          </a:graphicData>
        </a:graphic>
      </p:graphicFrame>
    </p:spTree>
    <p:extLst>
      <p:ext uri="{25B6BB02-B4EF-421B-9E72-352B3B491CA2}">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682188098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2">
            <a:extLst>
              <a:ext uri="{25DC734F-7D75-4211-AB9A-D7AB9F1CCE0A}">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1AEE262F-0624-404F-B0A8-CBD97663BEAD}"/>
              </a:ext>
            </a:extLst>
          </p:cNvPr>
          <p:cNvSpPr>
            <a:spLocks noGrp="1"/>
          </p:cNvSpPr>
          <p:nvPr>
            <p:ph type="body"/>
          </p:nvPr>
        </p:nvSpPr>
        <p:spPr/>
        <p:txBody>
          <a:bodyPr rtlCol="0">
            <a:normAutofit/>
          </a:bodyPr>
          <a:lstStyle/>
          <a:p>
            <a:r>
              <a:rPr lang="en-US" dirty="0"/>
              <a:t>Image Preprocessing Steps</a:t>
            </a:r>
          </a:p>
        </p:txBody>
      </p:sp>
      <p:sp>
        <p:nvSpPr>
          <p:cNvPr id="3" name="Text Placeholder 4">
            <a:extLst>
              <a:ext uri="{D427B668-FD60-47C4-A645-276478A02BEF}">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F8DBE32C-79F8-41F9-BC0C-A1625C37B693}"/>
              </a:ext>
            </a:extLst>
          </p:cNvPr>
          <p:cNvSpPr>
            <a:spLocks noGrp="1"/>
          </p:cNvSpPr>
          <p:nvPr>
            <p:ph type="body" idx="1"/>
          </p:nvPr>
        </p:nvSpPr>
        <p:spPr/>
        <p:txBody>
          <a:bodyPr rtlCol="0">
            <a:normAutofit/>
          </a:bodyPr>
          <a:lstStyle/>
          <a:p>
            <a:r>
              <a:rPr lang="en-US" dirty="0"/>
              <a:t>Enhancing Text Readability</a:t>
            </a:r>
          </a:p>
        </p:txBody>
      </p:sp>
      <p:sp>
        <p:nvSpPr>
          <p:cNvPr id="4" name="Content Placeholder 2">
            <a:extLst>
              <a:ext uri="{EA0DBCF0-6267-4D1C-9AD3-5316A98F7C14}">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D9EE4BE5-B200-4752-B5AC-746388468588}"/>
              </a:ext>
            </a:extLst>
          </p:cNvPr>
          <p:cNvSpPr>
            <a:spLocks noGrp="1"/>
          </p:cNvSpPr>
          <p:nvPr>
            <p:ph idx="2"/>
          </p:nvPr>
        </p:nvSpPr>
        <p:spPr/>
        <p:txBody>
          <a:bodyPr rtlCol="0">
            <a:normAutofit/>
          </a:bodyPr>
          <a:lstStyle/>
          <a:p>
            <a:r>
              <a:rPr lang="en-US" dirty="0"/>
              <a:t>Noise reduction using Gaussian blur helps eliminate speckles and dust patterns.</a:t>
            </a:r>
          </a:p>
          <a:p>
            <a:r>
              <a:rPr lang="en-US" dirty="0"/>
              <a:t>Contrast adjustment enhances text visibility against the background.</a:t>
            </a:r>
          </a:p>
        </p:txBody>
      </p:sp>
      <p:sp>
        <p:nvSpPr>
          <p:cNvPr id="5" name="Title 1">
            <a:extLst>
              <a:ext uri="{10888BA9-B3BF-4B40-9E80-E7C6C9770C2F}">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01B33D88-3C27-47A0-9E6A-1160655EA0AD}"/>
              </a:ext>
            </a:extLst>
          </p:cNvPr>
          <p:cNvSpPr>
            <a:spLocks noGrp="1"/>
          </p:cNvSpPr>
          <p:nvPr>
            <p:ph type="title" idx="3"/>
          </p:nvPr>
        </p:nvSpPr>
        <p:spPr/>
        <p:txBody>
          <a:bodyPr rtlCol="0"/>
          <a:lstStyle/>
          <a:p>
            <a:r>
              <a:rPr lang="en-US" dirty="0"/>
              <a:t>Image Preprocessing Pipeline</a:t>
            </a:r>
          </a:p>
        </p:txBody>
      </p:sp>
      <p:sp>
        <p:nvSpPr>
          <p:cNvPr id="6" name="Content Placeholder 2">
            <a:extLst>
              <a:ext uri="{80EF180E-63E5-4449-B9D2-1B3F67A22E82}">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46C84155-5E71-45C3-986A-D860538B2957}"/>
              </a:ext>
            </a:extLst>
          </p:cNvPr>
          <p:cNvSpPr>
            <a:spLocks noGrp="1"/>
          </p:cNvSpPr>
          <p:nvPr>
            <p:ph idx="4"/>
          </p:nvPr>
        </p:nvSpPr>
        <p:spPr/>
        <p:txBody>
          <a:bodyPr rtlCol="0">
            <a:normAutofit/>
          </a:bodyPr>
          <a:lstStyle/>
          <a:p>
            <a:r>
              <a:rPr lang="en-US" dirty="0"/>
              <a:t>Binarization converts grayscale images into black-and-white, improving OCR performance.</a:t>
            </a:r>
          </a:p>
          <a:p>
            <a:r>
              <a:rPr lang="en-US" dirty="0"/>
              <a:t>Deskewing corrects tilted documents to align text properly.</a:t>
            </a:r>
          </a:p>
        </p:txBody>
      </p:sp>
    </p:spTree>
    <p:extLst>
      <p:ext uri="{786CB39F-32C4-4A2B-9560-8D96952BCFDE}">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682188098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7">
            <a:extLst>
              <a:ext uri="{11CFF9A0-BD1B-428C-B250-98609685FCA8}">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0D592590-35CA-48B2-9897-BA07AAD7D635}"/>
              </a:ext>
            </a:extLst>
          </p:cNvPr>
          <p:cNvSpPr>
            <a:spLocks noGrp="1"/>
          </p:cNvSpPr>
          <p:nvPr>
            <p:ph type="title"/>
          </p:nvPr>
        </p:nvSpPr>
        <p:spPr/>
        <p:txBody>
          <a:bodyPr rtlCol="0"/>
          <a:lstStyle/>
          <a:p>
            <a:r>
              <a:rPr lang="en-US" dirty="0"/>
              <a:t>OCR Implementation Details</a:t>
            </a:r>
          </a:p>
        </p:txBody>
      </p:sp>
      <p:sp>
        <p:nvSpPr>
          <p:cNvPr id="3" name="Content Placeholder 2">
            <a:extLst>
              <a:ext uri="{DA180ACB-C6E8-4B03-8094-4279B5C1BC91}">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8AF6F22D-4246-4B36-984C-87338760F38B}"/>
              </a:ext>
            </a:extLst>
          </p:cNvPr>
          <p:cNvSpPr>
            <a:spLocks noGrp="1"/>
          </p:cNvSpPr>
          <p:nvPr>
            <p:ph idx="1"/>
          </p:nvPr>
        </p:nvSpPr>
        <p:spPr/>
        <p:txBody>
          <a:bodyPr rtlCol="0">
            <a:normAutofit/>
          </a:bodyPr>
          <a:lstStyle/>
          <a:p>
            <a:r>
              <a:rPr lang="en-US" dirty="0"/>
              <a:t>Tesseract is configured with custom language models and layout analysis to detect structured fields. The system uses page segmentation modes to identify regions of interest (e.g., header, body, footer). For better accuracy, we apply layout analysis to detect tables and align text blocks. The extracted text is then parsed using regular expressions to extract key fields such as date, amount, and vendor name. This ensures structured output suitable for further integration into financial databases.</a:t>
            </a:r>
          </a:p>
        </p:txBody>
      </p:sp>
    </p:spTree>
    <p:extLst>
      <p:ext uri="{DB4AD7BC-3AE7-4B1F-9630-523BEBF3C31D}">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682188098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2">
            <a:extLst>
              <a:ext uri="{7021E364-2DF8-488A-8B32-562F9F2E32FA}">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320C79DA-A658-4A1A-8AFD-7E9935E12FD7}"/>
              </a:ext>
            </a:extLst>
          </p:cNvPr>
          <p:cNvSpPr>
            <a:spLocks noGrp="1"/>
          </p:cNvSpPr>
          <p:nvPr>
            <p:ph type="body"/>
          </p:nvPr>
        </p:nvSpPr>
        <p:spPr/>
        <p:txBody>
          <a:bodyPr rtlCol="0">
            <a:normAutofit/>
          </a:bodyPr>
          <a:lstStyle/>
          <a:p>
            <a:r>
              <a:rPr lang="en-US" dirty="0"/>
              <a:t>Sample Output and Challenges</a:t>
            </a:r>
          </a:p>
        </p:txBody>
      </p:sp>
      <p:sp>
        <p:nvSpPr>
          <p:cNvPr id="3" name="Title 1">
            <a:extLst>
              <a:ext uri="{F1F67012-17DA-4CF3-9680-57EC6DAA1E6B}">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502CF75B-9330-4436-AEF0-17F5634B5C37}"/>
              </a:ext>
            </a:extLst>
          </p:cNvPr>
          <p:cNvSpPr>
            <a:spLocks noGrp="1"/>
          </p:cNvSpPr>
          <p:nvPr>
            <p:ph type="title" idx="1"/>
          </p:nvPr>
        </p:nvSpPr>
        <p:spPr/>
        <p:txBody>
          <a:bodyPr rtlCol="0"/>
          <a:lstStyle/>
          <a:p>
            <a:r>
              <a:rPr lang="en-US" dirty="0"/>
              <a:t>Results and Learnings</a:t>
            </a:r>
          </a:p>
        </p:txBody>
      </p:sp>
    </p:spTree>
    <p:extLst>
      <p:ext uri="{6CDE30DE-231C-4676-ACFE-B4A5FAFF6C26}">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682188098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7">
            <a:extLst>
              <a:ext uri="{CA9D2B4E-E895-4CCD-9D84-C15BFCBED9A4}">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1A907081-0561-45F5-BF53-21FB9A61487E}"/>
              </a:ext>
            </a:extLst>
          </p:cNvPr>
          <p:cNvSpPr>
            <a:spLocks noGrp="1"/>
          </p:cNvSpPr>
          <p:nvPr>
            <p:ph type="title"/>
          </p:nvPr>
        </p:nvSpPr>
        <p:spPr/>
        <p:txBody>
          <a:bodyPr rtlCol="0"/>
          <a:lstStyle/>
          <a:p>
            <a:r>
              <a:rPr lang="en-US" dirty="0"/>
              <a:t>Output and Screenshots</a:t>
            </a:r>
          </a:p>
        </p:txBody>
      </p:sp>
      <p:pic>
        <p:nvPicPr>
          <p:cNvPr id="4" name="Content Placeholder 3">
            <a:extLst>
              <a:ext uri="{FF2B5EF4-FFF2-40B4-BE49-F238E27FC236}">
                <a16:creationId xmlns:a16="http://schemas.microsoft.com/office/drawing/2014/main" id="{53C7A4CA-D22D-23E8-F0EF-BA46A21D4CCC}"/>
              </a:ext>
            </a:extLst>
          </p:cNvPr>
          <p:cNvPicPr>
            <a:picLocks noGrp="1" noChangeAspect="1"/>
          </p:cNvPicPr>
          <p:nvPr>
            <p:ph idx="1"/>
          </p:nvPr>
        </p:nvPicPr>
        <p:blipFill>
          <a:blip r:embed="rId2"/>
          <a:stretch>
            <a:fillRect/>
          </a:stretch>
        </p:blipFill>
        <p:spPr>
          <a:xfrm>
            <a:off x="2618510" y="1511300"/>
            <a:ext cx="4143517" cy="2589213"/>
          </a:xfrm>
          <a:prstGeom prst="rect">
            <a:avLst/>
          </a:prstGeom>
        </p:spPr>
      </p:pic>
    </p:spTree>
    <p:extLst>
      <p:ext uri="{79338E42-8C62-4C56-AA15-D237F219E099}">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682188098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7">
            <a:extLst>
              <a:ext uri="{0515974B-4C71-4BF5-A38A-3EAA620F4873}">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3CB0CB6A-94B0-4407-A62A-FD26D765BB55}"/>
              </a:ext>
            </a:extLst>
          </p:cNvPr>
          <p:cNvSpPr>
            <a:spLocks noGrp="1"/>
          </p:cNvSpPr>
          <p:nvPr>
            <p:ph type="title"/>
          </p:nvPr>
        </p:nvSpPr>
        <p:spPr/>
        <p:txBody>
          <a:bodyPr rtlCol="0"/>
          <a:lstStyle/>
          <a:p>
            <a:r>
              <a:rPr lang="en-US" dirty="0"/>
              <a:t>Conclusion  </a:t>
            </a:r>
          </a:p>
        </p:txBody>
      </p:sp>
      <p:sp>
        <p:nvSpPr>
          <p:cNvPr id="3" name="Content Placeholder 2">
            <a:extLst>
              <a:ext uri="{BD9C588D-9BA5-4476-A497-5FCD418C1E6E}">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2D659AF8-FCA3-4D57-9E8F-4419920054A1}"/>
              </a:ext>
            </a:extLst>
          </p:cNvPr>
          <p:cNvSpPr>
            <a:spLocks noGrp="1"/>
          </p:cNvSpPr>
          <p:nvPr>
            <p:ph idx="1"/>
          </p:nvPr>
        </p:nvSpPr>
        <p:spPr/>
        <p:txBody>
          <a:bodyPr rtlCol="0">
            <a:normAutofit/>
          </a:bodyPr>
          <a:lstStyle/>
          <a:p>
            <a:r>
              <a:rPr lang="en-US" dirty="0"/>
              <a:t>Milestone 1 successfully demonstrated a functional prototype for automated receipt and invoice digitization using OCR. The system is accurate, efficient, and scalable for real-world use. Future work includes integrating with accounting software like QuickBooks or Xero, adding support for more languages, implementing machine learning models for better layout detection, and introducing user feedback loops to improve accuracy over time. This project lays a strong foundation for a full-scale digital finance automation solution.</a:t>
            </a:r>
          </a:p>
        </p:txBody>
      </p:sp>
    </p:spTree>
    <p:extLst>
      <p:ext uri="{DA33D03A-834B-483B-B5DA-D2D9B188CD82}">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682188098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8350F18C-1C4C-44F8-BE72-84490C2F3F12}">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2D1588F5-AE6C-4987-84DC-301B7E149BEE}"/>
              </a:ext>
            </a:extLst>
          </p:cNvPr>
          <p:cNvSpPr>
            <a:spLocks noGrp="1"/>
          </p:cNvSpPr>
          <p:nvPr>
            <p:ph type="subTitle" idx="1"/>
          </p:nvPr>
        </p:nvSpPr>
        <p:spPr>
          <a:xfrm>
            <a:off x="1353911" y="1733550"/>
            <a:ext cx="6266089" cy="1429739"/>
          </a:xfrm>
        </p:spPr>
        <p:txBody>
          <a:bodyPr rtlCol="0">
            <a:normAutofit/>
          </a:bodyPr>
          <a:lstStyle/>
          <a:p>
            <a:pPr algn="ctr"/>
            <a:r>
              <a:rPr lang="en-US" sz="2000" b="1" dirty="0"/>
              <a:t>Thank You</a:t>
            </a:r>
          </a:p>
        </p:txBody>
      </p:sp>
    </p:spTree>
    <p:extLst>
      <p:ext uri="{D71FF45D-B4CD-46F5-A822-B2D5942A2031}">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6821880983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LAYOUT" val="threePicAndTx"/>
</p:tagLst>
</file>

<file path=ppt/tags/tag2.xml><?xml version="1.0" encoding="utf-8"?>
<p:tagLst xmlns:a="http://schemas.openxmlformats.org/drawingml/2006/main" xmlns:r="http://schemas.openxmlformats.org/officeDocument/2006/relationships" xmlns:p="http://schemas.openxmlformats.org/presentationml/2006/main">
  <p:tag name="LAYOUT" val="fourPic"/>
</p:tagLst>
</file>

<file path=ppt/theme/_rels/theme2.xml.rels><?xml version="1.0" encoding="UTF-8" standalone="yes"?>
<Relationships xmlns="http://schemas.openxmlformats.org/package/2006/relationships"><Relationship Id="rId1" Type="http://schemas.openxmlformats.org/officeDocument/2006/relationships/image" Target="../media/image2.jpeg"/></Relationships>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Whitepaper">
  <a:themeElements>
    <a:clrScheme name="Whitepaper">
      <a:dk1>
        <a:srgbClr val="000000"/>
      </a:dk1>
      <a:lt1>
        <a:srgbClr val="FFFFFF"/>
      </a:lt1>
      <a:dk2>
        <a:srgbClr val="171C23"/>
      </a:dk2>
      <a:lt2>
        <a:srgbClr val="F7FCFC"/>
      </a:lt2>
      <a:accent1>
        <a:srgbClr val="42C3C9"/>
      </a:accent1>
      <a:accent2>
        <a:srgbClr val="FFC94A"/>
      </a:accent2>
      <a:accent3>
        <a:srgbClr val="F2494B"/>
      </a:accent3>
      <a:accent4>
        <a:srgbClr val="FF7B43"/>
      </a:accent4>
      <a:accent5>
        <a:srgbClr val="775E9E"/>
      </a:accent5>
      <a:accent6>
        <a:srgbClr val="C1408A"/>
      </a:accent6>
      <a:hlink>
        <a:srgbClr val="2D83D8"/>
      </a:hlink>
      <a:folHlink>
        <a:srgbClr val="C1408A"/>
      </a:folHlink>
    </a:clrScheme>
    <a:fontScheme name="Whitepaper">
      <a:majorFont>
        <a:latin typeface="Open Sans"/>
        <a:ea typeface=""/>
        <a:cs typeface=""/>
      </a:majorFont>
      <a:minorFont>
        <a:latin typeface="Open Sans"/>
        <a:ea typeface=""/>
        <a:cs typeface=""/>
      </a:minorFont>
    </a:fontScheme>
    <a:fmtScheme name="Whitepape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0"/>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a:noFill/>
          <a:prstDash val="solid"/>
        </a:ln>
        <a:ln w="25400" cap="flat">
          <a:solidFill>
            <a:schemeClr val="phClr"/>
          </a:solidFill>
          <a:prstDash val="solid"/>
        </a:ln>
        <a:ln w="38100" cap="flat">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blipFill dpi="0" rotWithShape="1">
          <a:blip xmlns:r="http://schemas.openxmlformats.org/officeDocument/2006/relationships" r:embed="rId1">
            <a:duotone>
              <a:schemeClr val="phClr">
                <a:shade val="10000"/>
                <a:satMod val="400000"/>
              </a:schemeClr>
              <a:schemeClr val="phClr">
                <a:tint val="90000"/>
                <a:satMod val="200000"/>
              </a:schemeClr>
            </a:duotone>
          </a:blip>
          <a:tile tx="0" ty="0" sx="100000" sy="100000" algn="tl"/>
        </a:blipFill>
        <a:gradFill rotWithShape="1">
          <a:gsLst>
            <a:gs pos="0">
              <a:schemeClr val="phClr">
                <a:tint val="80000"/>
                <a:satMod val="300000"/>
              </a:schemeClr>
            </a:gs>
            <a:gs pos="100000">
              <a:schemeClr val="phClr">
                <a:shade val="60000"/>
                <a:satMod val="200000"/>
              </a:schemeClr>
            </a:gs>
          </a:gsLst>
          <a:path path="circle">
            <a:fillToRect l="50000" t="50000" r="50000" b="50000"/>
          </a:path>
        </a:gradFill>
      </a:bgFillStyleLst>
    </a:fmtScheme>
  </a:themeElements>
  <a:objectDefaults>
    <a:spDef>
      <a:spPr/>
      <a:bodyPr rtlCol="0" anchor="ctr"/>
      <a:lstStyle>
        <a:lvl1pPr lvl="0" algn="ctr"/>
      </a:lstStyle>
      <a:style>
        <a:lnRef idx="0">
          <a:scrgbClr r="0" g="0" b="0"/>
        </a:lnRef>
        <a:fillRef idx="1">
          <a:schemeClr val="accent1"/>
        </a:fillRef>
        <a:effectRef idx="0">
          <a:schemeClr val="accent1"/>
        </a:effectRef>
        <a:fontRef idx="none"/>
      </a:style>
    </a:spDef>
    <a:lnDef>
      <a:spPr>
        <a:ln w="19050" cap="flat">
          <a:solidFill>
            <a:schemeClr val="accent1">
              <a:lumMod val="75000"/>
            </a:schemeClr>
          </a:solidFill>
          <a:prstDash val="solid"/>
          <a:round/>
        </a:ln>
      </a:spPr>
      <a:bodyPr rtlCol="0" anchor="ctr"/>
      <a:lstStyle>
        <a:lvl1pPr lvl="0" algn="ctr"/>
      </a:lstStyle>
    </a:lnDef>
  </a:objectDefaults>
  <a:extraClrSchemeLst/>
</a:theme>
</file>

<file path=docProps/app.xml><?xml version="1.0" encoding="utf-8"?>
<Properties xmlns="http://schemas.openxmlformats.org/officeDocument/2006/extended-properties" xmlns:vt="http://schemas.openxmlformats.org/officeDocument/2006/docPropsVTypes">
  <Template>Gallery</Template>
  <TotalTime>0</TotalTime>
  <Words>646</Words>
  <Application>Microsoft Office PowerPoint</Application>
  <PresentationFormat>On-screen Show (16:9)</PresentationFormat>
  <Paragraphs>68</Paragraphs>
  <Slides>16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Gill Sans MT</vt:lpstr>
      <vt:lpstr>Arial</vt:lpstr>
      <vt:lpstr>Open Sans</vt:lpstr>
      <vt:lpstr>Gallery</vt:lpstr>
      <vt:lpstr>Receipt and Invoice Digitizer</vt:lpstr>
      <vt:lpstr>Problem Statement</vt:lpstr>
      <vt:lpstr>Motivation</vt:lpstr>
      <vt:lpstr>Objective of Milestone 1</vt:lpstr>
      <vt:lpstr>Supported Input Formats</vt:lpstr>
      <vt:lpstr>System Architecture Overview</vt:lpstr>
      <vt:lpstr>Image and PDF Input Considerations</vt:lpstr>
      <vt:lpstr>End-to-End Processing Pipeline</vt:lpstr>
      <vt:lpstr>System Architecture and Workflow</vt:lpstr>
      <vt:lpstr>Technologies Used</vt:lpstr>
      <vt:lpstr>Image Preprocessing Pipeline</vt:lpstr>
      <vt:lpstr>OCR Implementation Details</vt:lpstr>
      <vt:lpstr>Results and Learnings</vt:lpstr>
      <vt:lpstr>Output and Screenshots</vt:lpstr>
      <vt:lpstr>Conclusion  </vt:lpstr>
      <vt:lpstr>PowerPoint Presentation</vt:lpstr>
    </vt:vector>
  </TitlesOfParts>
  <Company>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
  <cp:lastModifiedBy>Pattem Dharmika</cp:lastModifiedBy>
  <cp:revision>2</cp:revision>
  <dcterms:created xsi:type="dcterms:W3CDTF">2026-01-12T17:22:36Z</dcterms:created>
  <dcterms:modified xsi:type="dcterms:W3CDTF">2026-01-13T16:56:21Z</dcterms:modified>
</cp:coreProperties>
</file>